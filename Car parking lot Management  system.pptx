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40" r:id="rId4"/>
  </p:sldMasterIdLst>
  <p:notesMasterIdLst>
    <p:notesMasterId r:id="rId33"/>
  </p:notesMasterIdLst>
  <p:handoutMasterIdLst>
    <p:handoutMasterId r:id="rId34"/>
  </p:handoutMasterIdLst>
  <p:sldIdLst>
    <p:sldId id="283" r:id="rId5"/>
    <p:sldId id="286" r:id="rId6"/>
    <p:sldId id="260" r:id="rId7"/>
    <p:sldId id="261" r:id="rId8"/>
    <p:sldId id="289" r:id="rId9"/>
    <p:sldId id="290" r:id="rId10"/>
    <p:sldId id="291" r:id="rId11"/>
    <p:sldId id="305" r:id="rId12"/>
    <p:sldId id="292" r:id="rId13"/>
    <p:sldId id="293" r:id="rId14"/>
    <p:sldId id="294" r:id="rId15"/>
    <p:sldId id="296" r:id="rId16"/>
    <p:sldId id="262" r:id="rId17"/>
    <p:sldId id="295" r:id="rId18"/>
    <p:sldId id="266" r:id="rId19"/>
    <p:sldId id="268" r:id="rId20"/>
    <p:sldId id="272" r:id="rId21"/>
    <p:sldId id="288" r:id="rId22"/>
    <p:sldId id="297" r:id="rId23"/>
    <p:sldId id="298" r:id="rId24"/>
    <p:sldId id="299" r:id="rId25"/>
    <p:sldId id="300" r:id="rId26"/>
    <p:sldId id="301" r:id="rId27"/>
    <p:sldId id="302" r:id="rId28"/>
    <p:sldId id="303" r:id="rId29"/>
    <p:sldId id="304" r:id="rId30"/>
    <p:sldId id="279" r:id="rId31"/>
    <p:sldId id="2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5794" autoAdjust="0"/>
  </p:normalViewPr>
  <p:slideViewPr>
    <p:cSldViewPr snapToGrid="0">
      <p:cViewPr varScale="1">
        <p:scale>
          <a:sx n="115" d="100"/>
          <a:sy n="115" d="100"/>
        </p:scale>
        <p:origin x="372"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24"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12/17/2025</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12/17/2025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2237869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dirty="0"/>
          </a:p>
        </p:txBody>
      </p:sp>
    </p:spTree>
    <p:extLst>
      <p:ext uri="{BB962C8B-B14F-4D97-AF65-F5344CB8AC3E}">
        <p14:creationId xmlns:p14="http://schemas.microsoft.com/office/powerpoint/2010/main" val="1299928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dirty="0"/>
          </a:p>
        </p:txBody>
      </p:sp>
    </p:spTree>
    <p:extLst>
      <p:ext uri="{BB962C8B-B14F-4D97-AF65-F5344CB8AC3E}">
        <p14:creationId xmlns:p14="http://schemas.microsoft.com/office/powerpoint/2010/main" val="14731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dirty="0"/>
          </a:p>
        </p:txBody>
      </p:sp>
    </p:spTree>
    <p:extLst>
      <p:ext uri="{BB962C8B-B14F-4D97-AF65-F5344CB8AC3E}">
        <p14:creationId xmlns:p14="http://schemas.microsoft.com/office/powerpoint/2010/main" val="1384259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13</a:t>
            </a:fld>
            <a:endParaRPr lang="en-US" noProof="0" dirty="0"/>
          </a:p>
        </p:txBody>
      </p:sp>
    </p:spTree>
    <p:extLst>
      <p:ext uri="{BB962C8B-B14F-4D97-AF65-F5344CB8AC3E}">
        <p14:creationId xmlns:p14="http://schemas.microsoft.com/office/powerpoint/2010/main" val="3747189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15</a:t>
            </a:fld>
            <a:endParaRPr lang="en-US" noProof="0" dirty="0"/>
          </a:p>
        </p:txBody>
      </p:sp>
    </p:spTree>
    <p:extLst>
      <p:ext uri="{BB962C8B-B14F-4D97-AF65-F5344CB8AC3E}">
        <p14:creationId xmlns:p14="http://schemas.microsoft.com/office/powerpoint/2010/main" val="4094282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16</a:t>
            </a:fld>
            <a:endParaRPr lang="en-US" noProof="0" dirty="0"/>
          </a:p>
        </p:txBody>
      </p:sp>
    </p:spTree>
    <p:extLst>
      <p:ext uri="{BB962C8B-B14F-4D97-AF65-F5344CB8AC3E}">
        <p14:creationId xmlns:p14="http://schemas.microsoft.com/office/powerpoint/2010/main" val="984323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17</a:t>
            </a:fld>
            <a:endParaRPr lang="en-US" noProof="0" dirty="0"/>
          </a:p>
        </p:txBody>
      </p:sp>
    </p:spTree>
    <p:extLst>
      <p:ext uri="{BB962C8B-B14F-4D97-AF65-F5344CB8AC3E}">
        <p14:creationId xmlns:p14="http://schemas.microsoft.com/office/powerpoint/2010/main" val="3015656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27</a:t>
            </a:fld>
            <a:endParaRPr lang="en-US" noProof="0" dirty="0"/>
          </a:p>
        </p:txBody>
      </p:sp>
    </p:spTree>
    <p:extLst>
      <p:ext uri="{BB962C8B-B14F-4D97-AF65-F5344CB8AC3E}">
        <p14:creationId xmlns:p14="http://schemas.microsoft.com/office/powerpoint/2010/main" val="125700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DDBACE-0F8F-43FD-98F0-DEE13552DADA}" type="slidenum">
              <a:rPr lang="en-US" smtClean="0"/>
              <a:t>28</a:t>
            </a:fld>
            <a:endParaRPr lang="en-US" dirty="0"/>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smtClean="0"/>
              <a:t>12/17/2025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reeform: Shape 10">
            <a:extLst>
              <a:ext uri="{FF2B5EF4-FFF2-40B4-BE49-F238E27FC236}">
                <a16:creationId xmlns:a16="http://schemas.microsoft.com/office/drawing/2014/main" xmlns=""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accent3">
                  <a:lumMod val="75000"/>
                </a:schemeClr>
              </a:gs>
              <a:gs pos="100000">
                <a:schemeClr val="accent3">
                  <a:lumMod val="50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Tree>
    <p:extLst>
      <p:ext uri="{BB962C8B-B14F-4D97-AF65-F5344CB8AC3E}">
        <p14:creationId xmlns:p14="http://schemas.microsoft.com/office/powerpoint/2010/main" val="261361778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3412840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noProof="0" smtClean="0"/>
              <a:pPr/>
              <a:t>‹#›</a:t>
            </a:fld>
            <a:endParaRPr lang="en-US" noProof="0"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8726477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smtClean="0"/>
              <a:t>12/17/2025</a:t>
            </a:fld>
            <a:endParaRPr lang="en-US"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965152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smtClean="0"/>
              <a:t>12/17/2025</a:t>
            </a:fld>
            <a:endParaRPr lang="en-US"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510302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smtClean="0"/>
              <a:t>12/17/2025</a:t>
            </a:fld>
            <a:endParaRPr lang="en-US"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425734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smtClean="0"/>
              <a:t>12/17/2025</a:t>
            </a:fld>
            <a:endParaRPr lang="en-US" dirty="0"/>
          </a:p>
        </p:txBody>
      </p:sp>
      <p:sp>
        <p:nvSpPr>
          <p:cNvPr id="3" name="Footer Placeholder 2"/>
          <p:cNvSpPr>
            <a:spLocks noGrp="1"/>
          </p:cNvSpPr>
          <p:nvPr>
            <p:ph type="ftr" sz="quarter" idx="11"/>
          </p:nvPr>
        </p:nvSpPr>
        <p:spPr/>
        <p:txBody>
          <a:bodyPr/>
          <a:lstStyle/>
          <a:p>
            <a:endParaRPr lang="en-US" noProof="0" dirty="0"/>
          </a:p>
        </p:txBody>
      </p:sp>
      <p:sp>
        <p:nvSpPr>
          <p:cNvPr id="4" name="Slide Number Placeholder 3"/>
          <p:cNvSpPr>
            <a:spLocks noGrp="1"/>
          </p:cNvSpPr>
          <p:nvPr>
            <p:ph type="sldNum" sz="quarter" idx="12"/>
          </p:nvPr>
        </p:nvSpPr>
        <p:spPr/>
        <p:txBody>
          <a:body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144211284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smtClean="0"/>
              <a:t>12/17/2025</a:t>
            </a:fld>
            <a:endParaRPr lang="en-US"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
        <p:nvSpPr>
          <p:cNvPr id="8" name="Freeform: Shape 16">
            <a:extLst>
              <a:ext uri="{FF2B5EF4-FFF2-40B4-BE49-F238E27FC236}">
                <a16:creationId xmlns:a16="http://schemas.microsoft.com/office/drawing/2014/main" xmlns=""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9" name="Freeform: Shape 12">
            <a:extLst>
              <a:ext uri="{FF2B5EF4-FFF2-40B4-BE49-F238E27FC236}">
                <a16:creationId xmlns:a16="http://schemas.microsoft.com/office/drawing/2014/main" xmlns=""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Tree>
    <p:extLst>
      <p:ext uri="{BB962C8B-B14F-4D97-AF65-F5344CB8AC3E}">
        <p14:creationId xmlns:p14="http://schemas.microsoft.com/office/powerpoint/2010/main" val="3725209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smtClean="0"/>
              <a:t>12/17/2025</a:t>
            </a:fld>
            <a:endParaRPr lang="en-US"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pPr algn="ctr"/>
            <a:fld id="{B67B645E-C5E5-4727-B977-D372A0AA71D9}" type="slidenum">
              <a:rPr lang="en-US" noProof="0" smtClean="0"/>
              <a:pPr algn="ctr"/>
              <a:t>‹#›</a:t>
            </a:fld>
            <a:endParaRPr lang="en-US" noProof="0" dirty="0"/>
          </a:p>
        </p:txBody>
      </p:sp>
      <p:sp>
        <p:nvSpPr>
          <p:cNvPr id="9" name="Freeform: Shape 11">
            <a:extLst>
              <a:ext uri="{FF2B5EF4-FFF2-40B4-BE49-F238E27FC236}">
                <a16:creationId xmlns:a16="http://schemas.microsoft.com/office/drawing/2014/main" xmlns=""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10" name="Freeform: Shape 12">
            <a:extLst>
              <a:ext uri="{FF2B5EF4-FFF2-40B4-BE49-F238E27FC236}">
                <a16:creationId xmlns:a16="http://schemas.microsoft.com/office/drawing/2014/main" xmlns=""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Tree>
    <p:extLst>
      <p:ext uri="{BB962C8B-B14F-4D97-AF65-F5344CB8AC3E}">
        <p14:creationId xmlns:p14="http://schemas.microsoft.com/office/powerpoint/2010/main" val="346771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28338499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380582939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With Image">
    <p:bg>
      <p:bgPr>
        <a:gradFill>
          <a:gsLst>
            <a:gs pos="0">
              <a:schemeClr val="accent3">
                <a:lumMod val="50000"/>
              </a:schemeClr>
            </a:gs>
            <a:gs pos="76000">
              <a:schemeClr val="accent3">
                <a:lumMod val="75000"/>
              </a:schemeClr>
            </a:gs>
          </a:gsLst>
          <a:path path="circle">
            <a:fillToRect l="100000" b="100000"/>
          </a:path>
        </a:gra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EA43BE58-813F-4D03-87F1-5A7708ED6326}"/>
              </a:ext>
            </a:extLst>
          </p:cNvPr>
          <p:cNvSpPr/>
          <p:nvPr userDrawn="1"/>
        </p:nvSpPr>
        <p:spPr>
          <a:xfrm rot="10800000">
            <a:off x="242195" y="54131"/>
            <a:ext cx="6839968" cy="674973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3">
                  <a:alpha val="71000"/>
                </a:schemeClr>
              </a:gs>
            </a:gsLst>
            <a:path path="circle">
              <a:fillToRect l="100000" b="100000"/>
            </a:path>
          </a:gra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xmlns=""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a16="http://schemas.microsoft.com/office/drawing/2014/main" xmlns=""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9" name="Picture Placeholder 8">
            <a:extLst>
              <a:ext uri="{FF2B5EF4-FFF2-40B4-BE49-F238E27FC236}">
                <a16:creationId xmlns:a16="http://schemas.microsoft.com/office/drawing/2014/main" xmlns="" id="{820DE84E-DA13-4173-AAC9-86C27FFB14DE}"/>
              </a:ext>
            </a:extLst>
          </p:cNvPr>
          <p:cNvSpPr>
            <a:spLocks noGrp="1"/>
          </p:cNvSpPr>
          <p:nvPr>
            <p:ph type="pic" sz="quarter" idx="10" hasCustomPrompt="1"/>
          </p:nvPr>
        </p:nvSpPr>
        <p:spPr>
          <a:xfrm>
            <a:off x="1142512" y="842713"/>
            <a:ext cx="5039333" cy="5172574"/>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tx1">
              <a:lumMod val="75000"/>
              <a:lumOff val="25000"/>
            </a:schemeClr>
          </a:solidFill>
        </p:spPr>
        <p:txBody>
          <a:bodyPr wrap="square" anchor="ctr">
            <a:noAutofit/>
          </a:bodyPr>
          <a:lstStyle>
            <a:lvl1pPr marL="0" indent="0" algn="ctr">
              <a:buNone/>
              <a:defRPr i="1">
                <a:solidFill>
                  <a:schemeClr val="bg1"/>
                </a:solidFill>
              </a:defRPr>
            </a:lvl1pPr>
          </a:lstStyle>
          <a:p>
            <a:r>
              <a:rPr lang="en-US" noProof="0" dirty="0"/>
              <a:t>Insert or Drag &amp; Drop Your Photo</a:t>
            </a:r>
          </a:p>
        </p:txBody>
      </p:sp>
    </p:spTree>
    <p:extLst>
      <p:ext uri="{BB962C8B-B14F-4D97-AF65-F5344CB8AC3E}">
        <p14:creationId xmlns:p14="http://schemas.microsoft.com/office/powerpoint/2010/main" val="937052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rge Intro">
    <p:bg>
      <p:bgPr>
        <a:solidFill>
          <a:schemeClr val="bg1">
            <a:lumMod val="95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accent3">
                  <a:lumMod val="75000"/>
                </a:schemeClr>
              </a:gs>
              <a:gs pos="100000">
                <a:schemeClr val="accent3">
                  <a:lumMod val="50000"/>
                </a:schemeClr>
              </a:gs>
            </a:gsLst>
            <a:path path="circle">
              <a:fillToRect l="100000" b="100000"/>
            </a:path>
            <a:tileRect t="-100000" r="-100000"/>
          </a:gradFill>
          <a:ln w="9525" cap="flat">
            <a:noFill/>
            <a:prstDash val="solid"/>
            <a:miter/>
          </a:ln>
        </p:spPr>
        <p:txBody>
          <a:bodyPr wrap="square" rtlCol="0" anchor="ctr">
            <a:noAutofit/>
          </a:bodyPr>
          <a:lstStyle/>
          <a:p>
            <a:pPr lvl="0"/>
            <a:endParaRPr lang="en-US" noProof="0" dirty="0">
              <a:solidFill>
                <a:schemeClr val="tx1"/>
              </a:solidFill>
            </a:endParaRPr>
          </a:p>
        </p:txBody>
      </p:sp>
      <p:sp>
        <p:nvSpPr>
          <p:cNvPr id="12" name="Content Placeholder 2">
            <a:extLst>
              <a:ext uri="{FF2B5EF4-FFF2-40B4-BE49-F238E27FC236}">
                <a16:creationId xmlns:a16="http://schemas.microsoft.com/office/drawing/2014/main" xmlns=""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xmlns="" id="{9562CB52-4C6A-4211-B67A-762BFD7F8FF3}"/>
              </a:ext>
            </a:extLst>
          </p:cNvPr>
          <p:cNvSpPr>
            <a:spLocks noGrp="1"/>
          </p:cNvSpPr>
          <p:nvPr>
            <p:ph type="ftr" sz="quarter" idx="14"/>
          </p:nvPr>
        </p:nvSpPr>
        <p:spPr/>
        <p:txBody>
          <a:bodyPr/>
          <a:lstStyle/>
          <a:p>
            <a:endParaRPr lang="en-US" noProof="0" dirty="0"/>
          </a:p>
        </p:txBody>
      </p:sp>
      <p:sp>
        <p:nvSpPr>
          <p:cNvPr id="6" name="Slide Number Placeholder 5">
            <a:extLst>
              <a:ext uri="{FF2B5EF4-FFF2-40B4-BE49-F238E27FC236}">
                <a16:creationId xmlns:a16="http://schemas.microsoft.com/office/drawing/2014/main" xmlns="" id="{BFCE190A-EF0B-44D3-9960-A1C0A9EE7F9B}"/>
              </a:ext>
            </a:extLst>
          </p:cNvPr>
          <p:cNvSpPr>
            <a:spLocks noGrp="1"/>
          </p:cNvSpPr>
          <p:nvPr>
            <p:ph type="sldNum" sz="quarter" idx="15"/>
          </p:nvPr>
        </p:nvSpPr>
        <p:spPr>
          <a:solidFill>
            <a:schemeClr val="tx1"/>
          </a:solidFill>
        </p:spPr>
        <p:txBody>
          <a:bodyPr/>
          <a:lstStyle>
            <a:lvl1pPr algn="ctr">
              <a:defRPr/>
            </a:lvl1pPr>
          </a:lstStyle>
          <a:p>
            <a:fld id="{B67B645E-C5E5-4727-B977-D372A0AA71D9}" type="slidenum">
              <a:rPr lang="en-US" noProof="0" smtClean="0"/>
              <a:pPr/>
              <a:t>‹#›</a:t>
            </a:fld>
            <a:endParaRPr lang="en-US" noProof="0" dirty="0"/>
          </a:p>
        </p:txBody>
      </p:sp>
      <p:sp>
        <p:nvSpPr>
          <p:cNvPr id="23" name="Picture Placeholder 22">
            <a:extLst>
              <a:ext uri="{FF2B5EF4-FFF2-40B4-BE49-F238E27FC236}">
                <a16:creationId xmlns:a16="http://schemas.microsoft.com/office/drawing/2014/main" xmlns="" id="{C087D11E-35D8-4494-9E6F-1861236AEEE2}"/>
              </a:ext>
            </a:extLst>
          </p:cNvPr>
          <p:cNvSpPr>
            <a:spLocks noGrp="1"/>
          </p:cNvSpPr>
          <p:nvPr>
            <p:ph type="pic" sz="quarter" idx="10" hasCustomPrompt="1"/>
          </p:nvPr>
        </p:nvSpPr>
        <p:spPr>
          <a:xfrm>
            <a:off x="4564609" y="196033"/>
            <a:ext cx="3475177" cy="3555252"/>
          </a:xfrm>
          <a:custGeom>
            <a:avLst/>
            <a:gdLst>
              <a:gd name="connsiteX0" fmla="*/ 3249753 w 3475177"/>
              <a:gd name="connsiteY0" fmla="*/ 1073266 h 3555252"/>
              <a:gd name="connsiteX1" fmla="*/ 3250964 w 3475177"/>
              <a:gd name="connsiteY1" fmla="*/ 1073266 h 3555252"/>
              <a:gd name="connsiteX2" fmla="*/ 3275203 w 3475177"/>
              <a:gd name="connsiteY2" fmla="*/ 1131440 h 3555252"/>
              <a:gd name="connsiteX3" fmla="*/ 3249753 w 3475177"/>
              <a:gd name="connsiteY3" fmla="*/ 1073266 h 3555252"/>
              <a:gd name="connsiteX4" fmla="*/ 3346710 w 3475177"/>
              <a:gd name="connsiteY4" fmla="*/ 1030848 h 3555252"/>
              <a:gd name="connsiteX5" fmla="*/ 3347921 w 3475177"/>
              <a:gd name="connsiteY5" fmla="*/ 1030848 h 3555252"/>
              <a:gd name="connsiteX6" fmla="*/ 3373373 w 3475177"/>
              <a:gd name="connsiteY6" fmla="*/ 1092657 h 3555252"/>
              <a:gd name="connsiteX7" fmla="*/ 3346710 w 3475177"/>
              <a:gd name="connsiteY7" fmla="*/ 1030848 h 3555252"/>
              <a:gd name="connsiteX8" fmla="*/ 3150151 w 3475177"/>
              <a:gd name="connsiteY8" fmla="*/ 887586 h 3555252"/>
              <a:gd name="connsiteX9" fmla="*/ 3167338 w 3475177"/>
              <a:gd name="connsiteY9" fmla="*/ 913287 h 3555252"/>
              <a:gd name="connsiteX10" fmla="*/ 3166127 w 3475177"/>
              <a:gd name="connsiteY10" fmla="*/ 913287 h 3555252"/>
              <a:gd name="connsiteX11" fmla="*/ 3110897 w 3475177"/>
              <a:gd name="connsiteY11" fmla="*/ 828890 h 3555252"/>
              <a:gd name="connsiteX12" fmla="*/ 3123708 w 3475177"/>
              <a:gd name="connsiteY12" fmla="*/ 846628 h 3555252"/>
              <a:gd name="connsiteX13" fmla="*/ 3138251 w 3475177"/>
              <a:gd name="connsiteY13" fmla="*/ 868444 h 3555252"/>
              <a:gd name="connsiteX14" fmla="*/ 3150151 w 3475177"/>
              <a:gd name="connsiteY14" fmla="*/ 887586 h 3555252"/>
              <a:gd name="connsiteX15" fmla="*/ 486486 w 3475177"/>
              <a:gd name="connsiteY15" fmla="*/ 719373 h 3555252"/>
              <a:gd name="connsiteX16" fmla="*/ 462247 w 3475177"/>
              <a:gd name="connsiteY16" fmla="*/ 763004 h 3555252"/>
              <a:gd name="connsiteX17" fmla="*/ 439220 w 3475177"/>
              <a:gd name="connsiteY17" fmla="*/ 809058 h 3555252"/>
              <a:gd name="connsiteX18" fmla="*/ 428312 w 3475177"/>
              <a:gd name="connsiteY18" fmla="*/ 832085 h 3555252"/>
              <a:gd name="connsiteX19" fmla="*/ 417405 w 3475177"/>
              <a:gd name="connsiteY19" fmla="*/ 855113 h 3555252"/>
              <a:gd name="connsiteX20" fmla="*/ 396801 w 3475177"/>
              <a:gd name="connsiteY20" fmla="*/ 902378 h 3555252"/>
              <a:gd name="connsiteX21" fmla="*/ 171377 w 3475177"/>
              <a:gd name="connsiteY21" fmla="*/ 1561685 h 3555252"/>
              <a:gd name="connsiteX22" fmla="*/ 168953 w 3475177"/>
              <a:gd name="connsiteY22" fmla="*/ 1911942 h 3555252"/>
              <a:gd name="connsiteX23" fmla="*/ 241670 w 3475177"/>
              <a:gd name="connsiteY23" fmla="*/ 2254925 h 3555252"/>
              <a:gd name="connsiteX24" fmla="*/ 596775 w 3475177"/>
              <a:gd name="connsiteY24" fmla="*/ 2853633 h 3555252"/>
              <a:gd name="connsiteX25" fmla="*/ 1170031 w 3475177"/>
              <a:gd name="connsiteY25" fmla="*/ 3248732 h 3555252"/>
              <a:gd name="connsiteX26" fmla="*/ 1856000 w 3475177"/>
              <a:gd name="connsiteY26" fmla="*/ 3366293 h 3555252"/>
              <a:gd name="connsiteX27" fmla="*/ 2528637 w 3475177"/>
              <a:gd name="connsiteY27" fmla="*/ 3185710 h 3555252"/>
              <a:gd name="connsiteX28" fmla="*/ 3063111 w 3475177"/>
              <a:gd name="connsiteY28" fmla="*/ 2739709 h 3555252"/>
              <a:gd name="connsiteX29" fmla="*/ 3362464 w 3475177"/>
              <a:gd name="connsiteY29" fmla="*/ 2110703 h 3555252"/>
              <a:gd name="connsiteX30" fmla="*/ 3409730 w 3475177"/>
              <a:gd name="connsiteY30" fmla="*/ 2260986 h 3555252"/>
              <a:gd name="connsiteX31" fmla="*/ 3031600 w 3475177"/>
              <a:gd name="connsiteY31" fmla="*/ 2898477 h 3555252"/>
              <a:gd name="connsiteX32" fmla="*/ 2421984 w 3475177"/>
              <a:gd name="connsiteY32" fmla="*/ 3314178 h 3555252"/>
              <a:gd name="connsiteX33" fmla="*/ 1696021 w 3475177"/>
              <a:gd name="connsiteY33" fmla="*/ 3431739 h 3555252"/>
              <a:gd name="connsiteX34" fmla="*/ 991873 w 3475177"/>
              <a:gd name="connsiteY34" fmla="*/ 3230554 h 3555252"/>
              <a:gd name="connsiteX35" fmla="*/ 441644 w 3475177"/>
              <a:gd name="connsiteY35" fmla="*/ 2751829 h 3555252"/>
              <a:gd name="connsiteX36" fmla="*/ 148350 w 3475177"/>
              <a:gd name="connsiteY36" fmla="*/ 2087675 h 3555252"/>
              <a:gd name="connsiteX37" fmla="*/ 165317 w 3475177"/>
              <a:gd name="connsiteY37" fmla="*/ 1364136 h 3555252"/>
              <a:gd name="connsiteX38" fmla="*/ 290149 w 3475177"/>
              <a:gd name="connsiteY38" fmla="*/ 1023575 h 3555252"/>
              <a:gd name="connsiteX39" fmla="*/ 486486 w 3475177"/>
              <a:gd name="connsiteY39" fmla="*/ 719373 h 3555252"/>
              <a:gd name="connsiteX40" fmla="*/ 3090986 w 3475177"/>
              <a:gd name="connsiteY40" fmla="*/ 629688 h 3555252"/>
              <a:gd name="connsiteX41" fmla="*/ 3098257 w 3475177"/>
              <a:gd name="connsiteY41" fmla="*/ 633323 h 3555252"/>
              <a:gd name="connsiteX42" fmla="*/ 3106740 w 3475177"/>
              <a:gd name="connsiteY42" fmla="*/ 638171 h 3555252"/>
              <a:gd name="connsiteX43" fmla="*/ 3140675 w 3475177"/>
              <a:gd name="connsiteY43" fmla="*/ 680591 h 3555252"/>
              <a:gd name="connsiteX44" fmla="*/ 3173399 w 3475177"/>
              <a:gd name="connsiteY44" fmla="*/ 724221 h 3555252"/>
              <a:gd name="connsiteX45" fmla="*/ 3214605 w 3475177"/>
              <a:gd name="connsiteY45" fmla="*/ 784819 h 3555252"/>
              <a:gd name="connsiteX46" fmla="*/ 3263084 w 3475177"/>
              <a:gd name="connsiteY46" fmla="*/ 863596 h 3555252"/>
              <a:gd name="connsiteX47" fmla="*/ 3286110 w 3475177"/>
              <a:gd name="connsiteY47" fmla="*/ 904802 h 3555252"/>
              <a:gd name="connsiteX48" fmla="*/ 3297019 w 3475177"/>
              <a:gd name="connsiteY48" fmla="*/ 925406 h 3555252"/>
              <a:gd name="connsiteX49" fmla="*/ 3306714 w 3475177"/>
              <a:gd name="connsiteY49" fmla="*/ 946009 h 3555252"/>
              <a:gd name="connsiteX50" fmla="*/ 3304290 w 3475177"/>
              <a:gd name="connsiteY50" fmla="*/ 944798 h 3555252"/>
              <a:gd name="connsiteX51" fmla="*/ 3281262 w 3475177"/>
              <a:gd name="connsiteY51" fmla="*/ 902378 h 3555252"/>
              <a:gd name="connsiteX52" fmla="*/ 3257023 w 3475177"/>
              <a:gd name="connsiteY52" fmla="*/ 859961 h 3555252"/>
              <a:gd name="connsiteX53" fmla="*/ 3204910 w 3475177"/>
              <a:gd name="connsiteY53" fmla="*/ 777547 h 3555252"/>
              <a:gd name="connsiteX54" fmla="*/ 3163703 w 3475177"/>
              <a:gd name="connsiteY54" fmla="*/ 720585 h 3555252"/>
              <a:gd name="connsiteX55" fmla="*/ 3128556 w 3475177"/>
              <a:gd name="connsiteY55" fmla="*/ 674530 h 3555252"/>
              <a:gd name="connsiteX56" fmla="*/ 3110377 w 3475177"/>
              <a:gd name="connsiteY56" fmla="*/ 651503 h 3555252"/>
              <a:gd name="connsiteX57" fmla="*/ 2901920 w 3475177"/>
              <a:gd name="connsiteY57" fmla="*/ 583634 h 3555252"/>
              <a:gd name="connsiteX58" fmla="*/ 2922523 w 3475177"/>
              <a:gd name="connsiteY58" fmla="*/ 592117 h 3555252"/>
              <a:gd name="connsiteX59" fmla="*/ 3054475 w 3475177"/>
              <a:gd name="connsiteY59" fmla="*/ 744521 h 3555252"/>
              <a:gd name="connsiteX60" fmla="*/ 3110897 w 3475177"/>
              <a:gd name="connsiteY60" fmla="*/ 828890 h 3555252"/>
              <a:gd name="connsiteX61" fmla="*/ 3107953 w 3475177"/>
              <a:gd name="connsiteY61" fmla="*/ 824813 h 3555252"/>
              <a:gd name="connsiteX62" fmla="*/ 3077653 w 3475177"/>
              <a:gd name="connsiteY62" fmla="*/ 781183 h 3555252"/>
              <a:gd name="connsiteX63" fmla="*/ 3044931 w 3475177"/>
              <a:gd name="connsiteY63" fmla="*/ 739976 h 3555252"/>
              <a:gd name="connsiteX64" fmla="*/ 3027964 w 3475177"/>
              <a:gd name="connsiteY64" fmla="*/ 719373 h 3555252"/>
              <a:gd name="connsiteX65" fmla="*/ 3010996 w 3475177"/>
              <a:gd name="connsiteY65" fmla="*/ 698769 h 3555252"/>
              <a:gd name="connsiteX66" fmla="*/ 2975849 w 3475177"/>
              <a:gd name="connsiteY66" fmla="*/ 658775 h 3555252"/>
              <a:gd name="connsiteX67" fmla="*/ 2901920 w 3475177"/>
              <a:gd name="connsiteY67" fmla="*/ 583634 h 3555252"/>
              <a:gd name="connsiteX68" fmla="*/ 1780859 w 3475177"/>
              <a:gd name="connsiteY68" fmla="*/ 195807 h 3555252"/>
              <a:gd name="connsiteX69" fmla="*/ 3332166 w 3475177"/>
              <a:gd name="connsiteY69" fmla="*/ 1747115 h 3555252"/>
              <a:gd name="connsiteX70" fmla="*/ 3324156 w 3475177"/>
              <a:gd name="connsiteY70" fmla="*/ 1905727 h 3555252"/>
              <a:gd name="connsiteX71" fmla="*/ 3303087 w 3475177"/>
              <a:gd name="connsiteY71" fmla="*/ 2043782 h 3555252"/>
              <a:gd name="connsiteX72" fmla="*/ 3306714 w 3475177"/>
              <a:gd name="connsiteY72" fmla="*/ 2051316 h 3555252"/>
              <a:gd name="connsiteX73" fmla="*/ 3334590 w 3475177"/>
              <a:gd name="connsiteY73" fmla="*/ 2121610 h 3555252"/>
              <a:gd name="connsiteX74" fmla="*/ 3064323 w 3475177"/>
              <a:gd name="connsiteY74" fmla="*/ 2687596 h 3555252"/>
              <a:gd name="connsiteX75" fmla="*/ 2597718 w 3475177"/>
              <a:gd name="connsiteY75" fmla="*/ 3104510 h 3555252"/>
              <a:gd name="connsiteX76" fmla="*/ 2008706 w 3475177"/>
              <a:gd name="connsiteY76" fmla="*/ 3308119 h 3555252"/>
              <a:gd name="connsiteX77" fmla="*/ 1389396 w 3475177"/>
              <a:gd name="connsiteY77" fmla="*/ 3269336 h 3555252"/>
              <a:gd name="connsiteX78" fmla="*/ 835530 w 3475177"/>
              <a:gd name="connsiteY78" fmla="*/ 2994221 h 3555252"/>
              <a:gd name="connsiteX79" fmla="*/ 431948 w 3475177"/>
              <a:gd name="connsiteY79" fmla="*/ 2528828 h 3555252"/>
              <a:gd name="connsiteX80" fmla="*/ 240459 w 3475177"/>
              <a:gd name="connsiteY80" fmla="*/ 1945876 h 3555252"/>
              <a:gd name="connsiteX81" fmla="*/ 237747 w 3475177"/>
              <a:gd name="connsiteY81" fmla="*/ 1906951 h 3555252"/>
              <a:gd name="connsiteX82" fmla="*/ 237562 w 3475177"/>
              <a:gd name="connsiteY82" fmla="*/ 1905727 h 3555252"/>
              <a:gd name="connsiteX83" fmla="*/ 237293 w 3475177"/>
              <a:gd name="connsiteY83" fmla="*/ 1900425 h 3555252"/>
              <a:gd name="connsiteX84" fmla="*/ 229778 w 3475177"/>
              <a:gd name="connsiteY84" fmla="*/ 1792526 h 3555252"/>
              <a:gd name="connsiteX85" fmla="*/ 230518 w 3475177"/>
              <a:gd name="connsiteY85" fmla="*/ 1766237 h 3555252"/>
              <a:gd name="connsiteX86" fmla="*/ 229552 w 3475177"/>
              <a:gd name="connsiteY86" fmla="*/ 1747115 h 3555252"/>
              <a:gd name="connsiteX87" fmla="*/ 232943 w 3475177"/>
              <a:gd name="connsiteY87" fmla="*/ 1679963 h 3555252"/>
              <a:gd name="connsiteX88" fmla="*/ 234096 w 3475177"/>
              <a:gd name="connsiteY88" fmla="*/ 1638948 h 3555252"/>
              <a:gd name="connsiteX89" fmla="*/ 235621 w 3475177"/>
              <a:gd name="connsiteY89" fmla="*/ 1626932 h 3555252"/>
              <a:gd name="connsiteX90" fmla="*/ 237562 w 3475177"/>
              <a:gd name="connsiteY90" fmla="*/ 1588503 h 3555252"/>
              <a:gd name="connsiteX91" fmla="*/ 1780859 w 3475177"/>
              <a:gd name="connsiteY91" fmla="*/ 195807 h 3555252"/>
              <a:gd name="connsiteX92" fmla="*/ 1047623 w 3475177"/>
              <a:gd name="connsiteY92" fmla="*/ 143693 h 3555252"/>
              <a:gd name="connsiteX93" fmla="*/ 879162 w 3475177"/>
              <a:gd name="connsiteY93" fmla="*/ 263676 h 3555252"/>
              <a:gd name="connsiteX94" fmla="*/ 549509 w 3475177"/>
              <a:gd name="connsiteY94" fmla="*/ 523036 h 3555252"/>
              <a:gd name="connsiteX95" fmla="*/ 291361 w 3475177"/>
              <a:gd name="connsiteY95" fmla="*/ 852689 h 3555252"/>
              <a:gd name="connsiteX96" fmla="*/ 119263 w 3475177"/>
              <a:gd name="connsiteY96" fmla="*/ 1235668 h 3555252"/>
              <a:gd name="connsiteX97" fmla="*/ 45334 w 3475177"/>
              <a:gd name="connsiteY97" fmla="*/ 1647734 h 3555252"/>
              <a:gd name="connsiteX98" fmla="*/ 70785 w 3475177"/>
              <a:gd name="connsiteY98" fmla="*/ 2065861 h 3555252"/>
              <a:gd name="connsiteX99" fmla="*/ 92600 w 3475177"/>
              <a:gd name="connsiteY99" fmla="*/ 2168877 h 3555252"/>
              <a:gd name="connsiteX100" fmla="*/ 105932 w 3475177"/>
              <a:gd name="connsiteY100" fmla="*/ 2219779 h 3555252"/>
              <a:gd name="connsiteX101" fmla="*/ 120476 w 3475177"/>
              <a:gd name="connsiteY101" fmla="*/ 2270682 h 3555252"/>
              <a:gd name="connsiteX102" fmla="*/ 195617 w 3475177"/>
              <a:gd name="connsiteY102" fmla="*/ 2467019 h 3555252"/>
              <a:gd name="connsiteX103" fmla="*/ 293785 w 3475177"/>
              <a:gd name="connsiteY103" fmla="*/ 2652449 h 3555252"/>
              <a:gd name="connsiteX104" fmla="*/ 413770 w 3475177"/>
              <a:gd name="connsiteY104" fmla="*/ 2824548 h 3555252"/>
              <a:gd name="connsiteX105" fmla="*/ 553144 w 3475177"/>
              <a:gd name="connsiteY105" fmla="*/ 2982102 h 3555252"/>
              <a:gd name="connsiteX106" fmla="*/ 710699 w 3475177"/>
              <a:gd name="connsiteY106" fmla="*/ 3120266 h 3555252"/>
              <a:gd name="connsiteX107" fmla="*/ 882797 w 3475177"/>
              <a:gd name="connsiteY107" fmla="*/ 3240249 h 3555252"/>
              <a:gd name="connsiteX108" fmla="*/ 928851 w 3475177"/>
              <a:gd name="connsiteY108" fmla="*/ 3266912 h 3555252"/>
              <a:gd name="connsiteX109" fmla="*/ 951879 w 3475177"/>
              <a:gd name="connsiteY109" fmla="*/ 3280245 h 3555252"/>
              <a:gd name="connsiteX110" fmla="*/ 974906 w 3475177"/>
              <a:gd name="connsiteY110" fmla="*/ 3292364 h 3555252"/>
              <a:gd name="connsiteX111" fmla="*/ 1022173 w 3475177"/>
              <a:gd name="connsiteY111" fmla="*/ 3316603 h 3555252"/>
              <a:gd name="connsiteX112" fmla="*/ 1069439 w 3475177"/>
              <a:gd name="connsiteY112" fmla="*/ 3338419 h 3555252"/>
              <a:gd name="connsiteX113" fmla="*/ 1265776 w 3475177"/>
              <a:gd name="connsiteY113" fmla="*/ 3413560 h 3555252"/>
              <a:gd name="connsiteX114" fmla="*/ 1470598 w 3475177"/>
              <a:gd name="connsiteY114" fmla="*/ 3463250 h 3555252"/>
              <a:gd name="connsiteX115" fmla="*/ 2300789 w 3475177"/>
              <a:gd name="connsiteY115" fmla="*/ 3412348 h 3555252"/>
              <a:gd name="connsiteX116" fmla="*/ 2682556 w 3475177"/>
              <a:gd name="connsiteY116" fmla="*/ 3239038 h 3555252"/>
              <a:gd name="connsiteX117" fmla="*/ 3012209 w 3475177"/>
              <a:gd name="connsiteY117" fmla="*/ 2979679 h 3555252"/>
              <a:gd name="connsiteX118" fmla="*/ 3270355 w 3475177"/>
              <a:gd name="connsiteY118" fmla="*/ 2650026 h 3555252"/>
              <a:gd name="connsiteX119" fmla="*/ 3442454 w 3475177"/>
              <a:gd name="connsiteY119" fmla="*/ 2267046 h 3555252"/>
              <a:gd name="connsiteX120" fmla="*/ 3475177 w 3475177"/>
              <a:gd name="connsiteY120" fmla="*/ 2428236 h 3555252"/>
              <a:gd name="connsiteX121" fmla="*/ 3430334 w 3475177"/>
              <a:gd name="connsiteY121" fmla="*/ 2530041 h 3555252"/>
              <a:gd name="connsiteX122" fmla="*/ 3404884 w 3475177"/>
              <a:gd name="connsiteY122" fmla="*/ 2579732 h 3555252"/>
              <a:gd name="connsiteX123" fmla="*/ 3378220 w 3475177"/>
              <a:gd name="connsiteY123" fmla="*/ 2628210 h 3555252"/>
              <a:gd name="connsiteX124" fmla="*/ 3321258 w 3475177"/>
              <a:gd name="connsiteY124" fmla="*/ 2722743 h 3555252"/>
              <a:gd name="connsiteX125" fmla="*/ 3290959 w 3475177"/>
              <a:gd name="connsiteY125" fmla="*/ 2768798 h 3555252"/>
              <a:gd name="connsiteX126" fmla="*/ 3258236 w 3475177"/>
              <a:gd name="connsiteY126" fmla="*/ 2813639 h 3555252"/>
              <a:gd name="connsiteX127" fmla="*/ 2955246 w 3475177"/>
              <a:gd name="connsiteY127" fmla="*/ 3136021 h 3555252"/>
              <a:gd name="connsiteX128" fmla="*/ 2166262 w 3475177"/>
              <a:gd name="connsiteY128" fmla="*/ 3517789 h 3555252"/>
              <a:gd name="connsiteX129" fmla="*/ 1728744 w 3475177"/>
              <a:gd name="connsiteY129" fmla="*/ 3554147 h 3555252"/>
              <a:gd name="connsiteX130" fmla="*/ 1509380 w 3475177"/>
              <a:gd name="connsiteY130" fmla="*/ 3533543 h 3555252"/>
              <a:gd name="connsiteX131" fmla="*/ 1454841 w 3475177"/>
              <a:gd name="connsiteY131" fmla="*/ 3523848 h 3555252"/>
              <a:gd name="connsiteX132" fmla="*/ 1401515 w 3475177"/>
              <a:gd name="connsiteY132" fmla="*/ 3512941 h 3555252"/>
              <a:gd name="connsiteX133" fmla="*/ 1294863 w 3475177"/>
              <a:gd name="connsiteY133" fmla="*/ 3485065 h 3555252"/>
              <a:gd name="connsiteX134" fmla="*/ 1242749 w 3475177"/>
              <a:gd name="connsiteY134" fmla="*/ 3469310 h 3555252"/>
              <a:gd name="connsiteX135" fmla="*/ 1190634 w 3475177"/>
              <a:gd name="connsiteY135" fmla="*/ 3451130 h 3555252"/>
              <a:gd name="connsiteX136" fmla="*/ 1087619 w 3475177"/>
              <a:gd name="connsiteY136" fmla="*/ 3411136 h 3555252"/>
              <a:gd name="connsiteX137" fmla="*/ 1037928 w 3475177"/>
              <a:gd name="connsiteY137" fmla="*/ 3388108 h 3555252"/>
              <a:gd name="connsiteX138" fmla="*/ 988238 w 3475177"/>
              <a:gd name="connsiteY138" fmla="*/ 3363869 h 3555252"/>
              <a:gd name="connsiteX139" fmla="*/ 891281 w 3475177"/>
              <a:gd name="connsiteY139" fmla="*/ 3311755 h 3555252"/>
              <a:gd name="connsiteX140" fmla="*/ 844014 w 3475177"/>
              <a:gd name="connsiteY140" fmla="*/ 3283880 h 3555252"/>
              <a:gd name="connsiteX141" fmla="*/ 797960 w 3475177"/>
              <a:gd name="connsiteY141" fmla="*/ 3253581 h 3555252"/>
              <a:gd name="connsiteX142" fmla="*/ 774933 w 3475177"/>
              <a:gd name="connsiteY142" fmla="*/ 3239038 h 3555252"/>
              <a:gd name="connsiteX143" fmla="*/ 753118 w 3475177"/>
              <a:gd name="connsiteY143" fmla="*/ 3223282 h 3555252"/>
              <a:gd name="connsiteX144" fmla="*/ 708275 w 3475177"/>
              <a:gd name="connsiteY144" fmla="*/ 3190560 h 3555252"/>
              <a:gd name="connsiteX145" fmla="*/ 542237 w 3475177"/>
              <a:gd name="connsiteY145" fmla="*/ 3047548 h 3555252"/>
              <a:gd name="connsiteX146" fmla="*/ 394378 w 3475177"/>
              <a:gd name="connsiteY146" fmla="*/ 2886357 h 3555252"/>
              <a:gd name="connsiteX147" fmla="*/ 268335 w 3475177"/>
              <a:gd name="connsiteY147" fmla="*/ 2708200 h 3555252"/>
              <a:gd name="connsiteX148" fmla="*/ 213796 w 3475177"/>
              <a:gd name="connsiteY148" fmla="*/ 2613667 h 3555252"/>
              <a:gd name="connsiteX149" fmla="*/ 188345 w 3475177"/>
              <a:gd name="connsiteY149" fmla="*/ 2565188 h 3555252"/>
              <a:gd name="connsiteX150" fmla="*/ 164106 w 3475177"/>
              <a:gd name="connsiteY150" fmla="*/ 2516710 h 3555252"/>
              <a:gd name="connsiteX151" fmla="*/ 142291 w 3475177"/>
              <a:gd name="connsiteY151" fmla="*/ 2467019 h 3555252"/>
              <a:gd name="connsiteX152" fmla="*/ 131383 w 3475177"/>
              <a:gd name="connsiteY152" fmla="*/ 2441568 h 3555252"/>
              <a:gd name="connsiteX153" fmla="*/ 121687 w 3475177"/>
              <a:gd name="connsiteY153" fmla="*/ 2416117 h 3555252"/>
              <a:gd name="connsiteX154" fmla="*/ 102296 w 3475177"/>
              <a:gd name="connsiteY154" fmla="*/ 2365214 h 3555252"/>
              <a:gd name="connsiteX155" fmla="*/ 85328 w 3475177"/>
              <a:gd name="connsiteY155" fmla="*/ 2313101 h 3555252"/>
              <a:gd name="connsiteX156" fmla="*/ 55030 w 3475177"/>
              <a:gd name="connsiteY156" fmla="*/ 2208872 h 3555252"/>
              <a:gd name="connsiteX157" fmla="*/ 42910 w 3475177"/>
              <a:gd name="connsiteY157" fmla="*/ 2155546 h 3555252"/>
              <a:gd name="connsiteX158" fmla="*/ 32002 w 3475177"/>
              <a:gd name="connsiteY158" fmla="*/ 2102220 h 3555252"/>
              <a:gd name="connsiteX159" fmla="*/ 4128 w 3475177"/>
              <a:gd name="connsiteY159" fmla="*/ 1886491 h 3555252"/>
              <a:gd name="connsiteX160" fmla="*/ 27154 w 3475177"/>
              <a:gd name="connsiteY160" fmla="*/ 1453821 h 3555252"/>
              <a:gd name="connsiteX161" fmla="*/ 36850 w 3475177"/>
              <a:gd name="connsiteY161" fmla="*/ 1400495 h 3555252"/>
              <a:gd name="connsiteX162" fmla="*/ 48969 w 3475177"/>
              <a:gd name="connsiteY162" fmla="*/ 1347168 h 3555252"/>
              <a:gd name="connsiteX163" fmla="*/ 62302 w 3475177"/>
              <a:gd name="connsiteY163" fmla="*/ 1295055 h 3555252"/>
              <a:gd name="connsiteX164" fmla="*/ 78056 w 3475177"/>
              <a:gd name="connsiteY164" fmla="*/ 1242940 h 3555252"/>
              <a:gd name="connsiteX165" fmla="*/ 85328 w 3475177"/>
              <a:gd name="connsiteY165" fmla="*/ 1217489 h 3555252"/>
              <a:gd name="connsiteX166" fmla="*/ 93813 w 3475177"/>
              <a:gd name="connsiteY166" fmla="*/ 1190826 h 3555252"/>
              <a:gd name="connsiteX167" fmla="*/ 111991 w 3475177"/>
              <a:gd name="connsiteY167" fmla="*/ 1139924 h 3555252"/>
              <a:gd name="connsiteX168" fmla="*/ 132595 w 3475177"/>
              <a:gd name="connsiteY168" fmla="*/ 1089022 h 3555252"/>
              <a:gd name="connsiteX169" fmla="*/ 153198 w 3475177"/>
              <a:gd name="connsiteY169" fmla="*/ 1039331 h 3555252"/>
              <a:gd name="connsiteX170" fmla="*/ 200465 w 3475177"/>
              <a:gd name="connsiteY170" fmla="*/ 942374 h 3555252"/>
              <a:gd name="connsiteX171" fmla="*/ 225915 w 3475177"/>
              <a:gd name="connsiteY171" fmla="*/ 895108 h 3555252"/>
              <a:gd name="connsiteX172" fmla="*/ 253791 w 3475177"/>
              <a:gd name="connsiteY172" fmla="*/ 847841 h 3555252"/>
              <a:gd name="connsiteX173" fmla="*/ 282878 w 3475177"/>
              <a:gd name="connsiteY173" fmla="*/ 801787 h 3555252"/>
              <a:gd name="connsiteX174" fmla="*/ 311965 w 3475177"/>
              <a:gd name="connsiteY174" fmla="*/ 756945 h 3555252"/>
              <a:gd name="connsiteX175" fmla="*/ 343476 w 3475177"/>
              <a:gd name="connsiteY175" fmla="*/ 713314 h 3555252"/>
              <a:gd name="connsiteX176" fmla="*/ 376198 w 3475177"/>
              <a:gd name="connsiteY176" fmla="*/ 669684 h 3555252"/>
              <a:gd name="connsiteX177" fmla="*/ 679188 w 3475177"/>
              <a:gd name="connsiteY177" fmla="*/ 365481 h 3555252"/>
              <a:gd name="connsiteX178" fmla="*/ 1047623 w 3475177"/>
              <a:gd name="connsiteY178" fmla="*/ 143693 h 3555252"/>
              <a:gd name="connsiteX179" fmla="*/ 2391686 w 3475177"/>
              <a:gd name="connsiteY179" fmla="*/ 138845 h 3555252"/>
              <a:gd name="connsiteX180" fmla="*/ 2458343 w 3475177"/>
              <a:gd name="connsiteY180" fmla="*/ 158237 h 3555252"/>
              <a:gd name="connsiteX181" fmla="*/ 2525002 w 3475177"/>
              <a:gd name="connsiteY181" fmla="*/ 181263 h 3555252"/>
              <a:gd name="connsiteX182" fmla="*/ 3061899 w 3475177"/>
              <a:gd name="connsiteY182" fmla="*/ 584846 h 3555252"/>
              <a:gd name="connsiteX183" fmla="*/ 3024329 w 3475177"/>
              <a:gd name="connsiteY183" fmla="*/ 550912 h 3555252"/>
              <a:gd name="connsiteX184" fmla="*/ 2985546 w 3475177"/>
              <a:gd name="connsiteY184" fmla="*/ 518188 h 3555252"/>
              <a:gd name="connsiteX185" fmla="*/ 2391686 w 3475177"/>
              <a:gd name="connsiteY185" fmla="*/ 138845 h 3555252"/>
              <a:gd name="connsiteX186" fmla="*/ 2031734 w 3475177"/>
              <a:gd name="connsiteY186" fmla="*/ 136421 h 3555252"/>
              <a:gd name="connsiteX187" fmla="*/ 2059608 w 3475177"/>
              <a:gd name="connsiteY187" fmla="*/ 136421 h 3555252"/>
              <a:gd name="connsiteX188" fmla="*/ 2110510 w 3475177"/>
              <a:gd name="connsiteY188" fmla="*/ 146117 h 3555252"/>
              <a:gd name="connsiteX189" fmla="*/ 2161413 w 3475177"/>
              <a:gd name="connsiteY189" fmla="*/ 158237 h 3555252"/>
              <a:gd name="connsiteX190" fmla="*/ 2186864 w 3475177"/>
              <a:gd name="connsiteY190" fmla="*/ 164296 h 3555252"/>
              <a:gd name="connsiteX191" fmla="*/ 2212315 w 3475177"/>
              <a:gd name="connsiteY191" fmla="*/ 171567 h 3555252"/>
              <a:gd name="connsiteX192" fmla="*/ 2262006 w 3475177"/>
              <a:gd name="connsiteY192" fmla="*/ 186111 h 3555252"/>
              <a:gd name="connsiteX193" fmla="*/ 2455919 w 3475177"/>
              <a:gd name="connsiteY193" fmla="*/ 262465 h 3555252"/>
              <a:gd name="connsiteX194" fmla="*/ 2807387 w 3475177"/>
              <a:gd name="connsiteY194" fmla="*/ 485466 h 3555252"/>
              <a:gd name="connsiteX195" fmla="*/ 2780724 w 3475177"/>
              <a:gd name="connsiteY195" fmla="*/ 472134 h 3555252"/>
              <a:gd name="connsiteX196" fmla="*/ 2768605 w 3475177"/>
              <a:gd name="connsiteY196" fmla="*/ 464862 h 3555252"/>
              <a:gd name="connsiteX197" fmla="*/ 1949321 w 3475177"/>
              <a:gd name="connsiteY197" fmla="*/ 137633 h 3555252"/>
              <a:gd name="connsiteX198" fmla="*/ 2003858 w 3475177"/>
              <a:gd name="connsiteY198" fmla="*/ 137633 h 3555252"/>
              <a:gd name="connsiteX199" fmla="*/ 1780858 w 3475177"/>
              <a:gd name="connsiteY199" fmla="*/ 103698 h 3555252"/>
              <a:gd name="connsiteX200" fmla="*/ 1715412 w 3475177"/>
              <a:gd name="connsiteY200" fmla="*/ 113393 h 3555252"/>
              <a:gd name="connsiteX201" fmla="*/ 1698445 w 3475177"/>
              <a:gd name="connsiteY201" fmla="*/ 115817 h 3555252"/>
              <a:gd name="connsiteX202" fmla="*/ 1681477 w 3475177"/>
              <a:gd name="connsiteY202" fmla="*/ 119453 h 3555252"/>
              <a:gd name="connsiteX203" fmla="*/ 1648755 w 3475177"/>
              <a:gd name="connsiteY203" fmla="*/ 126724 h 3555252"/>
              <a:gd name="connsiteX204" fmla="*/ 1086406 w 3475177"/>
              <a:gd name="connsiteY204" fmla="*/ 277007 h 3555252"/>
              <a:gd name="connsiteX205" fmla="*/ 613742 w 3475177"/>
              <a:gd name="connsiteY205" fmla="*/ 615145 h 3555252"/>
              <a:gd name="connsiteX206" fmla="*/ 796747 w 3475177"/>
              <a:gd name="connsiteY206" fmla="*/ 416383 h 3555252"/>
              <a:gd name="connsiteX207" fmla="*/ 1020960 w 3475177"/>
              <a:gd name="connsiteY207" fmla="*/ 279431 h 3555252"/>
              <a:gd name="connsiteX208" fmla="*/ 1140944 w 3475177"/>
              <a:gd name="connsiteY208" fmla="*/ 224894 h 3555252"/>
              <a:gd name="connsiteX209" fmla="*/ 1202754 w 3475177"/>
              <a:gd name="connsiteY209" fmla="*/ 201866 h 3555252"/>
              <a:gd name="connsiteX210" fmla="*/ 1264563 w 3475177"/>
              <a:gd name="connsiteY210" fmla="*/ 181263 h 3555252"/>
              <a:gd name="connsiteX211" fmla="*/ 1520287 w 3475177"/>
              <a:gd name="connsiteY211" fmla="*/ 121876 h 3555252"/>
              <a:gd name="connsiteX212" fmla="*/ 1780858 w 3475177"/>
              <a:gd name="connsiteY212" fmla="*/ 103698 h 3555252"/>
              <a:gd name="connsiteX213" fmla="*/ 1733611 w 3475177"/>
              <a:gd name="connsiteY213" fmla="*/ 284 h 3555252"/>
              <a:gd name="connsiteX214" fmla="*/ 2269278 w 3475177"/>
              <a:gd name="connsiteY214" fmla="*/ 73399 h 3555252"/>
              <a:gd name="connsiteX215" fmla="*/ 2224436 w 3475177"/>
              <a:gd name="connsiteY215" fmla="*/ 66128 h 3555252"/>
              <a:gd name="connsiteX216" fmla="*/ 2177169 w 3475177"/>
              <a:gd name="connsiteY216" fmla="*/ 61280 h 3555252"/>
              <a:gd name="connsiteX217" fmla="*/ 2051125 w 3475177"/>
              <a:gd name="connsiteY217" fmla="*/ 35828 h 3555252"/>
              <a:gd name="connsiteX218" fmla="*/ 1986892 w 3475177"/>
              <a:gd name="connsiteY218" fmla="*/ 27345 h 3555252"/>
              <a:gd name="connsiteX219" fmla="*/ 1922658 w 3475177"/>
              <a:gd name="connsiteY219" fmla="*/ 21285 h 3555252"/>
              <a:gd name="connsiteX220" fmla="*/ 1858424 w 3475177"/>
              <a:gd name="connsiteY220" fmla="*/ 16437 h 3555252"/>
              <a:gd name="connsiteX221" fmla="*/ 1794190 w 3475177"/>
              <a:gd name="connsiteY221" fmla="*/ 14013 h 3555252"/>
              <a:gd name="connsiteX222" fmla="*/ 1729957 w 3475177"/>
              <a:gd name="connsiteY222" fmla="*/ 15225 h 3555252"/>
              <a:gd name="connsiteX223" fmla="*/ 1697233 w 3475177"/>
              <a:gd name="connsiteY223" fmla="*/ 16437 h 3555252"/>
              <a:gd name="connsiteX224" fmla="*/ 1665722 w 3475177"/>
              <a:gd name="connsiteY224" fmla="*/ 18861 h 3555252"/>
              <a:gd name="connsiteX225" fmla="*/ 1162760 w 3475177"/>
              <a:gd name="connsiteY225" fmla="*/ 125513 h 3555252"/>
              <a:gd name="connsiteX226" fmla="*/ 1185787 w 3475177"/>
              <a:gd name="connsiteY226" fmla="*/ 113393 h 3555252"/>
              <a:gd name="connsiteX227" fmla="*/ 1203967 w 3475177"/>
              <a:gd name="connsiteY227" fmla="*/ 104910 h 3555252"/>
              <a:gd name="connsiteX228" fmla="*/ 1250021 w 3475177"/>
              <a:gd name="connsiteY228" fmla="*/ 84306 h 3555252"/>
              <a:gd name="connsiteX229" fmla="*/ 1290015 w 3475177"/>
              <a:gd name="connsiteY229" fmla="*/ 69763 h 3555252"/>
              <a:gd name="connsiteX230" fmla="*/ 1349402 w 3475177"/>
              <a:gd name="connsiteY230" fmla="*/ 51584 h 3555252"/>
              <a:gd name="connsiteX231" fmla="*/ 1435450 w 3475177"/>
              <a:gd name="connsiteY231" fmla="*/ 30980 h 3555252"/>
              <a:gd name="connsiteX232" fmla="*/ 1489989 w 3475177"/>
              <a:gd name="connsiteY232" fmla="*/ 21285 h 3555252"/>
              <a:gd name="connsiteX233" fmla="*/ 1520287 w 3475177"/>
              <a:gd name="connsiteY233" fmla="*/ 16437 h 3555252"/>
              <a:gd name="connsiteX234" fmla="*/ 1553011 w 3475177"/>
              <a:gd name="connsiteY234" fmla="*/ 12801 h 3555252"/>
              <a:gd name="connsiteX235" fmla="*/ 1733611 w 3475177"/>
              <a:gd name="connsiteY235" fmla="*/ 284 h 355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475177" h="3555252">
                <a:moveTo>
                  <a:pt x="3249753" y="1073266"/>
                </a:moveTo>
                <a:cubicBezTo>
                  <a:pt x="3249753" y="1073266"/>
                  <a:pt x="3250964" y="1073266"/>
                  <a:pt x="3250964" y="1073266"/>
                </a:cubicBezTo>
                <a:cubicBezTo>
                  <a:pt x="3259448" y="1092657"/>
                  <a:pt x="3267932" y="1110836"/>
                  <a:pt x="3275203" y="1131440"/>
                </a:cubicBezTo>
                <a:cubicBezTo>
                  <a:pt x="3267932" y="1110836"/>
                  <a:pt x="3258236" y="1092657"/>
                  <a:pt x="3249753" y="1073266"/>
                </a:cubicBezTo>
                <a:close/>
                <a:moveTo>
                  <a:pt x="3346710" y="1030848"/>
                </a:moveTo>
                <a:cubicBezTo>
                  <a:pt x="3346710" y="1030848"/>
                  <a:pt x="3347921" y="1030848"/>
                  <a:pt x="3347921" y="1030848"/>
                </a:cubicBezTo>
                <a:cubicBezTo>
                  <a:pt x="3356405" y="1051450"/>
                  <a:pt x="3366101" y="1070842"/>
                  <a:pt x="3373373" y="1092657"/>
                </a:cubicBezTo>
                <a:cubicBezTo>
                  <a:pt x="3366101" y="1070842"/>
                  <a:pt x="3355193" y="1051450"/>
                  <a:pt x="3346710" y="1030848"/>
                </a:cubicBezTo>
                <a:close/>
                <a:moveTo>
                  <a:pt x="3150151" y="887586"/>
                </a:moveTo>
                <a:lnTo>
                  <a:pt x="3167338" y="913287"/>
                </a:lnTo>
                <a:cubicBezTo>
                  <a:pt x="3167338" y="913287"/>
                  <a:pt x="3166127" y="913287"/>
                  <a:pt x="3166127" y="913287"/>
                </a:cubicBezTo>
                <a:close/>
                <a:moveTo>
                  <a:pt x="3110897" y="828890"/>
                </a:moveTo>
                <a:lnTo>
                  <a:pt x="3123708" y="846628"/>
                </a:lnTo>
                <a:lnTo>
                  <a:pt x="3138251" y="868444"/>
                </a:lnTo>
                <a:lnTo>
                  <a:pt x="3150151" y="887586"/>
                </a:lnTo>
                <a:close/>
                <a:moveTo>
                  <a:pt x="486486" y="719373"/>
                </a:moveTo>
                <a:cubicBezTo>
                  <a:pt x="478003" y="735128"/>
                  <a:pt x="469518" y="749672"/>
                  <a:pt x="462247" y="763004"/>
                </a:cubicBezTo>
                <a:cubicBezTo>
                  <a:pt x="454975" y="778759"/>
                  <a:pt x="446492" y="793302"/>
                  <a:pt x="439220" y="809058"/>
                </a:cubicBezTo>
                <a:lnTo>
                  <a:pt x="428312" y="832085"/>
                </a:lnTo>
                <a:lnTo>
                  <a:pt x="417405" y="855113"/>
                </a:lnTo>
                <a:cubicBezTo>
                  <a:pt x="410133" y="870868"/>
                  <a:pt x="404073" y="886624"/>
                  <a:pt x="396801" y="902378"/>
                </a:cubicBezTo>
                <a:cubicBezTo>
                  <a:pt x="275605" y="1102353"/>
                  <a:pt x="198040" y="1328988"/>
                  <a:pt x="171377" y="1561685"/>
                </a:cubicBezTo>
                <a:cubicBezTo>
                  <a:pt x="158046" y="1678033"/>
                  <a:pt x="156833" y="1795593"/>
                  <a:pt x="168953" y="1911942"/>
                </a:cubicBezTo>
                <a:cubicBezTo>
                  <a:pt x="179861" y="2028290"/>
                  <a:pt x="205311" y="2143425"/>
                  <a:pt x="241670" y="2254925"/>
                </a:cubicBezTo>
                <a:cubicBezTo>
                  <a:pt x="314388" y="2476715"/>
                  <a:pt x="436796" y="2682748"/>
                  <a:pt x="596775" y="2853633"/>
                </a:cubicBezTo>
                <a:cubicBezTo>
                  <a:pt x="756753" y="3024520"/>
                  <a:pt x="953091" y="3161471"/>
                  <a:pt x="1170031" y="3248732"/>
                </a:cubicBezTo>
                <a:cubicBezTo>
                  <a:pt x="1385759" y="3337206"/>
                  <a:pt x="1622092" y="3377200"/>
                  <a:pt x="1856000" y="3366293"/>
                </a:cubicBezTo>
                <a:cubicBezTo>
                  <a:pt x="2089908" y="3356597"/>
                  <a:pt x="2321391" y="3293575"/>
                  <a:pt x="2528637" y="3185710"/>
                </a:cubicBezTo>
                <a:cubicBezTo>
                  <a:pt x="2735881" y="3079058"/>
                  <a:pt x="2920100" y="2925140"/>
                  <a:pt x="3063111" y="2739709"/>
                </a:cubicBezTo>
                <a:cubicBezTo>
                  <a:pt x="3207334" y="2555491"/>
                  <a:pt x="3310351" y="2338551"/>
                  <a:pt x="3362464" y="2110703"/>
                </a:cubicBezTo>
                <a:cubicBezTo>
                  <a:pt x="3380644" y="2159181"/>
                  <a:pt x="3395188" y="2208871"/>
                  <a:pt x="3409730" y="2260986"/>
                </a:cubicBezTo>
                <a:cubicBezTo>
                  <a:pt x="3332166" y="2497317"/>
                  <a:pt x="3202486" y="2717894"/>
                  <a:pt x="3031600" y="2898477"/>
                </a:cubicBezTo>
                <a:cubicBezTo>
                  <a:pt x="2861926" y="3079058"/>
                  <a:pt x="2652257" y="3223282"/>
                  <a:pt x="2421984" y="3314178"/>
                </a:cubicBezTo>
                <a:cubicBezTo>
                  <a:pt x="2191712" y="3406287"/>
                  <a:pt x="1942049" y="3446282"/>
                  <a:pt x="1696021" y="3431739"/>
                </a:cubicBezTo>
                <a:cubicBezTo>
                  <a:pt x="1449994" y="3417195"/>
                  <a:pt x="1207602" y="3348113"/>
                  <a:pt x="991873" y="3230554"/>
                </a:cubicBezTo>
                <a:cubicBezTo>
                  <a:pt x="774932" y="3114205"/>
                  <a:pt x="587079" y="2948166"/>
                  <a:pt x="441644" y="2751829"/>
                </a:cubicBezTo>
                <a:cubicBezTo>
                  <a:pt x="297420" y="2555491"/>
                  <a:pt x="195616" y="2326432"/>
                  <a:pt x="148350" y="2087675"/>
                </a:cubicBezTo>
                <a:cubicBezTo>
                  <a:pt x="101083" y="1847707"/>
                  <a:pt x="107143" y="1600467"/>
                  <a:pt x="165317" y="1364136"/>
                </a:cubicBezTo>
                <a:cubicBezTo>
                  <a:pt x="194405" y="1246575"/>
                  <a:pt x="235611" y="1131440"/>
                  <a:pt x="290149" y="1023575"/>
                </a:cubicBezTo>
                <a:cubicBezTo>
                  <a:pt x="344687" y="915711"/>
                  <a:pt x="410133" y="812694"/>
                  <a:pt x="486486" y="719373"/>
                </a:cubicBezTo>
                <a:close/>
                <a:moveTo>
                  <a:pt x="3090986" y="629688"/>
                </a:moveTo>
                <a:cubicBezTo>
                  <a:pt x="3093410" y="630900"/>
                  <a:pt x="3095833" y="632112"/>
                  <a:pt x="3098257" y="633323"/>
                </a:cubicBezTo>
                <a:cubicBezTo>
                  <a:pt x="3100681" y="635747"/>
                  <a:pt x="3104317" y="636960"/>
                  <a:pt x="3106740" y="638171"/>
                </a:cubicBezTo>
                <a:cubicBezTo>
                  <a:pt x="3118860" y="651503"/>
                  <a:pt x="3129768" y="666047"/>
                  <a:pt x="3140675" y="680591"/>
                </a:cubicBezTo>
                <a:cubicBezTo>
                  <a:pt x="3151584" y="695134"/>
                  <a:pt x="3163703" y="709678"/>
                  <a:pt x="3173399" y="724221"/>
                </a:cubicBezTo>
                <a:cubicBezTo>
                  <a:pt x="3186730" y="743612"/>
                  <a:pt x="3201273" y="764215"/>
                  <a:pt x="3214605" y="784819"/>
                </a:cubicBezTo>
                <a:cubicBezTo>
                  <a:pt x="3231573" y="811482"/>
                  <a:pt x="3248540" y="836933"/>
                  <a:pt x="3263084" y="863596"/>
                </a:cubicBezTo>
                <a:lnTo>
                  <a:pt x="3286110" y="904802"/>
                </a:lnTo>
                <a:lnTo>
                  <a:pt x="3297019" y="925406"/>
                </a:lnTo>
                <a:lnTo>
                  <a:pt x="3306714" y="946009"/>
                </a:lnTo>
                <a:cubicBezTo>
                  <a:pt x="3305502" y="946009"/>
                  <a:pt x="3305502" y="944798"/>
                  <a:pt x="3304290" y="944798"/>
                </a:cubicBezTo>
                <a:cubicBezTo>
                  <a:pt x="3297019" y="930254"/>
                  <a:pt x="3289747" y="916922"/>
                  <a:pt x="3281262" y="902378"/>
                </a:cubicBezTo>
                <a:lnTo>
                  <a:pt x="3257023" y="859961"/>
                </a:lnTo>
                <a:cubicBezTo>
                  <a:pt x="3240056" y="832085"/>
                  <a:pt x="3223088" y="804210"/>
                  <a:pt x="3204910" y="777547"/>
                </a:cubicBezTo>
                <a:lnTo>
                  <a:pt x="3163703" y="720585"/>
                </a:lnTo>
                <a:cubicBezTo>
                  <a:pt x="3152795" y="704830"/>
                  <a:pt x="3140675" y="690286"/>
                  <a:pt x="3128556" y="674530"/>
                </a:cubicBezTo>
                <a:lnTo>
                  <a:pt x="3110377" y="651503"/>
                </a:lnTo>
                <a:close/>
                <a:moveTo>
                  <a:pt x="2901920" y="583634"/>
                </a:moveTo>
                <a:cubicBezTo>
                  <a:pt x="2907979" y="586058"/>
                  <a:pt x="2915251" y="588482"/>
                  <a:pt x="2922523" y="592117"/>
                </a:cubicBezTo>
                <a:cubicBezTo>
                  <a:pt x="2969790" y="639990"/>
                  <a:pt x="3013723" y="690892"/>
                  <a:pt x="3054475" y="744521"/>
                </a:cubicBezTo>
                <a:lnTo>
                  <a:pt x="3110897" y="828890"/>
                </a:lnTo>
                <a:lnTo>
                  <a:pt x="3107953" y="824813"/>
                </a:lnTo>
                <a:lnTo>
                  <a:pt x="3077653" y="781183"/>
                </a:lnTo>
                <a:lnTo>
                  <a:pt x="3044931" y="739976"/>
                </a:lnTo>
                <a:lnTo>
                  <a:pt x="3027964" y="719373"/>
                </a:lnTo>
                <a:lnTo>
                  <a:pt x="3010996" y="698769"/>
                </a:lnTo>
                <a:cubicBezTo>
                  <a:pt x="2998877" y="685438"/>
                  <a:pt x="2987968" y="672106"/>
                  <a:pt x="2975849" y="658775"/>
                </a:cubicBezTo>
                <a:cubicBezTo>
                  <a:pt x="2951610" y="633323"/>
                  <a:pt x="2927371" y="607873"/>
                  <a:pt x="2901920" y="583634"/>
                </a:cubicBezTo>
                <a:close/>
                <a:moveTo>
                  <a:pt x="1780859" y="195807"/>
                </a:moveTo>
                <a:cubicBezTo>
                  <a:pt x="2637621" y="195807"/>
                  <a:pt x="3332166" y="890351"/>
                  <a:pt x="3332166" y="1747115"/>
                </a:cubicBezTo>
                <a:cubicBezTo>
                  <a:pt x="3332166" y="1800663"/>
                  <a:pt x="3329453" y="1853577"/>
                  <a:pt x="3324156" y="1905727"/>
                </a:cubicBezTo>
                <a:lnTo>
                  <a:pt x="3303087" y="2043782"/>
                </a:lnTo>
                <a:lnTo>
                  <a:pt x="3306714" y="2051316"/>
                </a:lnTo>
                <a:cubicBezTo>
                  <a:pt x="3316410" y="2074344"/>
                  <a:pt x="3324893" y="2097371"/>
                  <a:pt x="3334590" y="2121610"/>
                </a:cubicBezTo>
                <a:cubicBezTo>
                  <a:pt x="3283686" y="2326432"/>
                  <a:pt x="3190366" y="2519133"/>
                  <a:pt x="3064323" y="2687596"/>
                </a:cubicBezTo>
                <a:cubicBezTo>
                  <a:pt x="2938279" y="2856058"/>
                  <a:pt x="2778300" y="2999069"/>
                  <a:pt x="2597718" y="3104510"/>
                </a:cubicBezTo>
                <a:cubicBezTo>
                  <a:pt x="2417137" y="3211162"/>
                  <a:pt x="2215951" y="3280243"/>
                  <a:pt x="2008706" y="3308119"/>
                </a:cubicBezTo>
                <a:cubicBezTo>
                  <a:pt x="1801462" y="3335993"/>
                  <a:pt x="1590581" y="3322662"/>
                  <a:pt x="1389396" y="3269336"/>
                </a:cubicBezTo>
                <a:cubicBezTo>
                  <a:pt x="1188211" y="3216010"/>
                  <a:pt x="999145" y="3121477"/>
                  <a:pt x="835530" y="2994221"/>
                </a:cubicBezTo>
                <a:cubicBezTo>
                  <a:pt x="671916" y="2866966"/>
                  <a:pt x="533753" y="2708199"/>
                  <a:pt x="431948" y="2528828"/>
                </a:cubicBezTo>
                <a:cubicBezTo>
                  <a:pt x="330144" y="2349458"/>
                  <a:pt x="264698" y="2149486"/>
                  <a:pt x="240459" y="1945876"/>
                </a:cubicBezTo>
                <a:lnTo>
                  <a:pt x="237747" y="1906951"/>
                </a:lnTo>
                <a:lnTo>
                  <a:pt x="237562" y="1905727"/>
                </a:lnTo>
                <a:lnTo>
                  <a:pt x="237293" y="1900425"/>
                </a:lnTo>
                <a:lnTo>
                  <a:pt x="229778" y="1792526"/>
                </a:lnTo>
                <a:lnTo>
                  <a:pt x="230518" y="1766237"/>
                </a:lnTo>
                <a:lnTo>
                  <a:pt x="229552" y="1747115"/>
                </a:lnTo>
                <a:lnTo>
                  <a:pt x="232943" y="1679963"/>
                </a:lnTo>
                <a:lnTo>
                  <a:pt x="234096" y="1638948"/>
                </a:lnTo>
                <a:lnTo>
                  <a:pt x="235621" y="1626932"/>
                </a:lnTo>
                <a:lnTo>
                  <a:pt x="237562" y="1588503"/>
                </a:lnTo>
                <a:cubicBezTo>
                  <a:pt x="317004" y="806246"/>
                  <a:pt x="977643" y="195807"/>
                  <a:pt x="1780859" y="195807"/>
                </a:cubicBezTo>
                <a:close/>
                <a:moveTo>
                  <a:pt x="1047623" y="143693"/>
                </a:moveTo>
                <a:cubicBezTo>
                  <a:pt x="988238" y="180052"/>
                  <a:pt x="933699" y="220046"/>
                  <a:pt x="879162" y="263676"/>
                </a:cubicBezTo>
                <a:cubicBezTo>
                  <a:pt x="759177" y="337607"/>
                  <a:pt x="648890" y="424868"/>
                  <a:pt x="549509" y="523036"/>
                </a:cubicBezTo>
                <a:cubicBezTo>
                  <a:pt x="451340" y="622417"/>
                  <a:pt x="364079" y="732705"/>
                  <a:pt x="291361" y="852689"/>
                </a:cubicBezTo>
                <a:cubicBezTo>
                  <a:pt x="218644" y="973885"/>
                  <a:pt x="161682" y="1102353"/>
                  <a:pt x="119263" y="1235668"/>
                </a:cubicBezTo>
                <a:cubicBezTo>
                  <a:pt x="79269" y="1368984"/>
                  <a:pt x="53817" y="1508360"/>
                  <a:pt x="45334" y="1647734"/>
                </a:cubicBezTo>
                <a:cubicBezTo>
                  <a:pt x="36850" y="1787110"/>
                  <a:pt x="45334" y="1927698"/>
                  <a:pt x="70785" y="2065861"/>
                </a:cubicBezTo>
                <a:cubicBezTo>
                  <a:pt x="75633" y="2101007"/>
                  <a:pt x="85328" y="2134942"/>
                  <a:pt x="92600" y="2168877"/>
                </a:cubicBezTo>
                <a:cubicBezTo>
                  <a:pt x="96236" y="2185844"/>
                  <a:pt x="101084" y="2202812"/>
                  <a:pt x="105932" y="2219779"/>
                </a:cubicBezTo>
                <a:cubicBezTo>
                  <a:pt x="110780" y="2236747"/>
                  <a:pt x="115628" y="2253714"/>
                  <a:pt x="120476" y="2270682"/>
                </a:cubicBezTo>
                <a:cubicBezTo>
                  <a:pt x="142291" y="2337340"/>
                  <a:pt x="166530" y="2403997"/>
                  <a:pt x="195617" y="2467019"/>
                </a:cubicBezTo>
                <a:cubicBezTo>
                  <a:pt x="224704" y="2531254"/>
                  <a:pt x="258639" y="2591851"/>
                  <a:pt x="293785" y="2652449"/>
                </a:cubicBezTo>
                <a:cubicBezTo>
                  <a:pt x="331356" y="2711835"/>
                  <a:pt x="370139" y="2770009"/>
                  <a:pt x="413770" y="2824548"/>
                </a:cubicBezTo>
                <a:cubicBezTo>
                  <a:pt x="456188" y="2880298"/>
                  <a:pt x="504666" y="2932411"/>
                  <a:pt x="553144" y="2982102"/>
                </a:cubicBezTo>
                <a:cubicBezTo>
                  <a:pt x="604047" y="3030581"/>
                  <a:pt x="654949" y="3077847"/>
                  <a:pt x="710699" y="3120266"/>
                </a:cubicBezTo>
                <a:cubicBezTo>
                  <a:pt x="765238" y="3163896"/>
                  <a:pt x="823412" y="3203890"/>
                  <a:pt x="882797" y="3240249"/>
                </a:cubicBezTo>
                <a:lnTo>
                  <a:pt x="928851" y="3266912"/>
                </a:lnTo>
                <a:lnTo>
                  <a:pt x="951879" y="3280245"/>
                </a:lnTo>
                <a:lnTo>
                  <a:pt x="974906" y="3292364"/>
                </a:lnTo>
                <a:lnTo>
                  <a:pt x="1022173" y="3316603"/>
                </a:lnTo>
                <a:cubicBezTo>
                  <a:pt x="1037928" y="3323875"/>
                  <a:pt x="1053684" y="3331147"/>
                  <a:pt x="1069439" y="3338419"/>
                </a:cubicBezTo>
                <a:cubicBezTo>
                  <a:pt x="1132460" y="3368717"/>
                  <a:pt x="1199119" y="3391745"/>
                  <a:pt x="1265776" y="3413560"/>
                </a:cubicBezTo>
                <a:cubicBezTo>
                  <a:pt x="1333646" y="3434163"/>
                  <a:pt x="1401515" y="3451130"/>
                  <a:pt x="1470598" y="3463250"/>
                </a:cubicBezTo>
                <a:cubicBezTo>
                  <a:pt x="1745712" y="3514152"/>
                  <a:pt x="2032946" y="3494761"/>
                  <a:pt x="2300789" y="3412348"/>
                </a:cubicBezTo>
                <a:cubicBezTo>
                  <a:pt x="2434104" y="3369930"/>
                  <a:pt x="2562572" y="3311755"/>
                  <a:pt x="2682556" y="3239038"/>
                </a:cubicBezTo>
                <a:cubicBezTo>
                  <a:pt x="2802539" y="3165108"/>
                  <a:pt x="2912828" y="3079059"/>
                  <a:pt x="3012209" y="2979679"/>
                </a:cubicBezTo>
                <a:cubicBezTo>
                  <a:pt x="3110377" y="2880298"/>
                  <a:pt x="3197638" y="2770009"/>
                  <a:pt x="3270355" y="2650026"/>
                </a:cubicBezTo>
                <a:cubicBezTo>
                  <a:pt x="3343073" y="2530041"/>
                  <a:pt x="3400036" y="2400362"/>
                  <a:pt x="3442454" y="2267046"/>
                </a:cubicBezTo>
                <a:cubicBezTo>
                  <a:pt x="3455786" y="2319160"/>
                  <a:pt x="3467905" y="2373699"/>
                  <a:pt x="3475177" y="2428236"/>
                </a:cubicBezTo>
                <a:cubicBezTo>
                  <a:pt x="3461845" y="2463384"/>
                  <a:pt x="3446090" y="2496106"/>
                  <a:pt x="3430334" y="2530041"/>
                </a:cubicBezTo>
                <a:cubicBezTo>
                  <a:pt x="3423062" y="2547008"/>
                  <a:pt x="3413367" y="2562764"/>
                  <a:pt x="3404884" y="2579732"/>
                </a:cubicBezTo>
                <a:cubicBezTo>
                  <a:pt x="3395188" y="2595487"/>
                  <a:pt x="3387916" y="2612454"/>
                  <a:pt x="3378220" y="2628210"/>
                </a:cubicBezTo>
                <a:cubicBezTo>
                  <a:pt x="3360040" y="2659721"/>
                  <a:pt x="3341862" y="2692444"/>
                  <a:pt x="3321258" y="2722743"/>
                </a:cubicBezTo>
                <a:lnTo>
                  <a:pt x="3290959" y="2768798"/>
                </a:lnTo>
                <a:lnTo>
                  <a:pt x="3258236" y="2813639"/>
                </a:lnTo>
                <a:cubicBezTo>
                  <a:pt x="3170975" y="2933624"/>
                  <a:pt x="3067959" y="3041488"/>
                  <a:pt x="2955246" y="3136021"/>
                </a:cubicBezTo>
                <a:cubicBezTo>
                  <a:pt x="2728611" y="3325086"/>
                  <a:pt x="2454708" y="3458402"/>
                  <a:pt x="2166262" y="3517789"/>
                </a:cubicBezTo>
                <a:cubicBezTo>
                  <a:pt x="2022038" y="3548087"/>
                  <a:pt x="1875392" y="3558995"/>
                  <a:pt x="1728744" y="3554147"/>
                </a:cubicBezTo>
                <a:cubicBezTo>
                  <a:pt x="1654815" y="3552935"/>
                  <a:pt x="1582098" y="3544452"/>
                  <a:pt x="1509380" y="3533543"/>
                </a:cubicBezTo>
                <a:cubicBezTo>
                  <a:pt x="1491200" y="3531120"/>
                  <a:pt x="1473021" y="3527484"/>
                  <a:pt x="1454841" y="3523848"/>
                </a:cubicBezTo>
                <a:cubicBezTo>
                  <a:pt x="1437874" y="3520213"/>
                  <a:pt x="1419695" y="3517789"/>
                  <a:pt x="1401515" y="3512941"/>
                </a:cubicBezTo>
                <a:cubicBezTo>
                  <a:pt x="1365157" y="3503245"/>
                  <a:pt x="1330010" y="3495973"/>
                  <a:pt x="1294863" y="3485065"/>
                </a:cubicBezTo>
                <a:lnTo>
                  <a:pt x="1242749" y="3469310"/>
                </a:lnTo>
                <a:lnTo>
                  <a:pt x="1190634" y="3451130"/>
                </a:lnTo>
                <a:cubicBezTo>
                  <a:pt x="1155488" y="3439011"/>
                  <a:pt x="1121553" y="3424467"/>
                  <a:pt x="1087619" y="3411136"/>
                </a:cubicBezTo>
                <a:cubicBezTo>
                  <a:pt x="1070651" y="3403864"/>
                  <a:pt x="1054895" y="3395380"/>
                  <a:pt x="1037928" y="3388108"/>
                </a:cubicBezTo>
                <a:cubicBezTo>
                  <a:pt x="1020960" y="3379625"/>
                  <a:pt x="1003993" y="3372353"/>
                  <a:pt x="988238" y="3363869"/>
                </a:cubicBezTo>
                <a:cubicBezTo>
                  <a:pt x="955515" y="3346902"/>
                  <a:pt x="922792" y="3331147"/>
                  <a:pt x="891281" y="3311755"/>
                </a:cubicBezTo>
                <a:cubicBezTo>
                  <a:pt x="875525" y="3302060"/>
                  <a:pt x="859770" y="3293575"/>
                  <a:pt x="844014" y="3283880"/>
                </a:cubicBezTo>
                <a:lnTo>
                  <a:pt x="797960" y="3253581"/>
                </a:lnTo>
                <a:lnTo>
                  <a:pt x="774933" y="3239038"/>
                </a:lnTo>
                <a:lnTo>
                  <a:pt x="753118" y="3223282"/>
                </a:lnTo>
                <a:lnTo>
                  <a:pt x="708275" y="3190560"/>
                </a:lnTo>
                <a:cubicBezTo>
                  <a:pt x="650101" y="3145716"/>
                  <a:pt x="594351" y="3098451"/>
                  <a:pt x="542237" y="3047548"/>
                </a:cubicBezTo>
                <a:cubicBezTo>
                  <a:pt x="488911" y="2996646"/>
                  <a:pt x="440433" y="2942107"/>
                  <a:pt x="394378" y="2886357"/>
                </a:cubicBezTo>
                <a:cubicBezTo>
                  <a:pt x="349535" y="2829396"/>
                  <a:pt x="305905" y="2770009"/>
                  <a:pt x="268335" y="2708200"/>
                </a:cubicBezTo>
                <a:cubicBezTo>
                  <a:pt x="248943" y="2677900"/>
                  <a:pt x="231976" y="2645178"/>
                  <a:pt x="213796" y="2613667"/>
                </a:cubicBezTo>
                <a:cubicBezTo>
                  <a:pt x="204100" y="2597911"/>
                  <a:pt x="196828" y="2580943"/>
                  <a:pt x="188345" y="2565188"/>
                </a:cubicBezTo>
                <a:cubicBezTo>
                  <a:pt x="179861" y="2549433"/>
                  <a:pt x="171378" y="2533678"/>
                  <a:pt x="164106" y="2516710"/>
                </a:cubicBezTo>
                <a:lnTo>
                  <a:pt x="142291" y="2467019"/>
                </a:lnTo>
                <a:cubicBezTo>
                  <a:pt x="138654" y="2458536"/>
                  <a:pt x="135019" y="2450052"/>
                  <a:pt x="131383" y="2441568"/>
                </a:cubicBezTo>
                <a:lnTo>
                  <a:pt x="121687" y="2416117"/>
                </a:lnTo>
                <a:lnTo>
                  <a:pt x="102296" y="2365214"/>
                </a:lnTo>
                <a:cubicBezTo>
                  <a:pt x="96236" y="2348247"/>
                  <a:pt x="91389" y="2330068"/>
                  <a:pt x="85328" y="2313101"/>
                </a:cubicBezTo>
                <a:cubicBezTo>
                  <a:pt x="73209" y="2279166"/>
                  <a:pt x="64726" y="2244018"/>
                  <a:pt x="55030" y="2208872"/>
                </a:cubicBezTo>
                <a:cubicBezTo>
                  <a:pt x="50182" y="2190692"/>
                  <a:pt x="46546" y="2173725"/>
                  <a:pt x="42910" y="2155546"/>
                </a:cubicBezTo>
                <a:cubicBezTo>
                  <a:pt x="39274" y="2137366"/>
                  <a:pt x="35639" y="2120399"/>
                  <a:pt x="32002" y="2102220"/>
                </a:cubicBezTo>
                <a:cubicBezTo>
                  <a:pt x="18671" y="2030713"/>
                  <a:pt x="7763" y="1959209"/>
                  <a:pt x="4128" y="1886491"/>
                </a:cubicBezTo>
                <a:cubicBezTo>
                  <a:pt x="-5568" y="1742267"/>
                  <a:pt x="1704" y="1596832"/>
                  <a:pt x="27154" y="1453821"/>
                </a:cubicBezTo>
                <a:lnTo>
                  <a:pt x="36850" y="1400495"/>
                </a:lnTo>
                <a:cubicBezTo>
                  <a:pt x="40486" y="1382316"/>
                  <a:pt x="45334" y="1365348"/>
                  <a:pt x="48969" y="1347168"/>
                </a:cubicBezTo>
                <a:cubicBezTo>
                  <a:pt x="53817" y="1330201"/>
                  <a:pt x="57454" y="1312022"/>
                  <a:pt x="62302" y="1295055"/>
                </a:cubicBezTo>
                <a:lnTo>
                  <a:pt x="78056" y="1242940"/>
                </a:lnTo>
                <a:cubicBezTo>
                  <a:pt x="80480" y="1234457"/>
                  <a:pt x="82904" y="1225972"/>
                  <a:pt x="85328" y="1217489"/>
                </a:cubicBezTo>
                <a:lnTo>
                  <a:pt x="93813" y="1190826"/>
                </a:lnTo>
                <a:lnTo>
                  <a:pt x="111991" y="1139924"/>
                </a:lnTo>
                <a:cubicBezTo>
                  <a:pt x="119263" y="1122957"/>
                  <a:pt x="125323" y="1105989"/>
                  <a:pt x="132595" y="1089022"/>
                </a:cubicBezTo>
                <a:cubicBezTo>
                  <a:pt x="138654" y="1072054"/>
                  <a:pt x="145926" y="1055087"/>
                  <a:pt x="153198" y="1039331"/>
                </a:cubicBezTo>
                <a:cubicBezTo>
                  <a:pt x="168954" y="1006608"/>
                  <a:pt x="183498" y="973885"/>
                  <a:pt x="200465" y="942374"/>
                </a:cubicBezTo>
                <a:cubicBezTo>
                  <a:pt x="208948" y="926619"/>
                  <a:pt x="217432" y="910863"/>
                  <a:pt x="225915" y="895108"/>
                </a:cubicBezTo>
                <a:lnTo>
                  <a:pt x="253791" y="847841"/>
                </a:lnTo>
                <a:cubicBezTo>
                  <a:pt x="263487" y="832086"/>
                  <a:pt x="273182" y="816330"/>
                  <a:pt x="282878" y="801787"/>
                </a:cubicBezTo>
                <a:lnTo>
                  <a:pt x="311965" y="756945"/>
                </a:lnTo>
                <a:lnTo>
                  <a:pt x="343476" y="713314"/>
                </a:lnTo>
                <a:cubicBezTo>
                  <a:pt x="354383" y="697558"/>
                  <a:pt x="365291" y="683015"/>
                  <a:pt x="376198" y="669684"/>
                </a:cubicBezTo>
                <a:cubicBezTo>
                  <a:pt x="464672" y="556971"/>
                  <a:pt x="566476" y="453955"/>
                  <a:pt x="679188" y="365481"/>
                </a:cubicBezTo>
                <a:cubicBezTo>
                  <a:pt x="793112" y="277009"/>
                  <a:pt x="916732" y="201867"/>
                  <a:pt x="1047623" y="143693"/>
                </a:cubicBezTo>
                <a:close/>
                <a:moveTo>
                  <a:pt x="2391686" y="138845"/>
                </a:moveTo>
                <a:cubicBezTo>
                  <a:pt x="2413501" y="144904"/>
                  <a:pt x="2436528" y="150965"/>
                  <a:pt x="2458343" y="158237"/>
                </a:cubicBezTo>
                <a:lnTo>
                  <a:pt x="2525002" y="181263"/>
                </a:lnTo>
                <a:cubicBezTo>
                  <a:pt x="2728611" y="279433"/>
                  <a:pt x="2911616" y="417596"/>
                  <a:pt x="3061899" y="584846"/>
                </a:cubicBezTo>
                <a:lnTo>
                  <a:pt x="3024329" y="550912"/>
                </a:lnTo>
                <a:cubicBezTo>
                  <a:pt x="3010996" y="540003"/>
                  <a:pt x="2998877" y="529096"/>
                  <a:pt x="2985546" y="518188"/>
                </a:cubicBezTo>
                <a:cubicBezTo>
                  <a:pt x="2815872" y="353361"/>
                  <a:pt x="2613474" y="222470"/>
                  <a:pt x="2391686" y="138845"/>
                </a:cubicBezTo>
                <a:close/>
                <a:moveTo>
                  <a:pt x="2031734" y="136421"/>
                </a:moveTo>
                <a:lnTo>
                  <a:pt x="2059608" y="136421"/>
                </a:lnTo>
                <a:lnTo>
                  <a:pt x="2110510" y="146117"/>
                </a:lnTo>
                <a:lnTo>
                  <a:pt x="2161413" y="158237"/>
                </a:lnTo>
                <a:lnTo>
                  <a:pt x="2186864" y="164296"/>
                </a:lnTo>
                <a:cubicBezTo>
                  <a:pt x="2195348" y="166720"/>
                  <a:pt x="2203832" y="169144"/>
                  <a:pt x="2212315" y="171567"/>
                </a:cubicBezTo>
                <a:lnTo>
                  <a:pt x="2262006" y="186111"/>
                </a:lnTo>
                <a:cubicBezTo>
                  <a:pt x="2327452" y="207926"/>
                  <a:pt x="2392897" y="232166"/>
                  <a:pt x="2455919" y="262465"/>
                </a:cubicBezTo>
                <a:cubicBezTo>
                  <a:pt x="2583174" y="320639"/>
                  <a:pt x="2700735" y="396992"/>
                  <a:pt x="2807387" y="485466"/>
                </a:cubicBezTo>
                <a:cubicBezTo>
                  <a:pt x="2798903" y="480618"/>
                  <a:pt x="2789207" y="476981"/>
                  <a:pt x="2780724" y="472134"/>
                </a:cubicBezTo>
                <a:cubicBezTo>
                  <a:pt x="2777088" y="469710"/>
                  <a:pt x="2772240" y="467286"/>
                  <a:pt x="2768605" y="464862"/>
                </a:cubicBezTo>
                <a:cubicBezTo>
                  <a:pt x="2532272" y="283068"/>
                  <a:pt x="2245038" y="167932"/>
                  <a:pt x="1949321" y="137633"/>
                </a:cubicBezTo>
                <a:lnTo>
                  <a:pt x="2003858" y="137633"/>
                </a:lnTo>
                <a:close/>
                <a:moveTo>
                  <a:pt x="1780858" y="103698"/>
                </a:moveTo>
                <a:lnTo>
                  <a:pt x="1715412" y="113393"/>
                </a:lnTo>
                <a:lnTo>
                  <a:pt x="1698445" y="115817"/>
                </a:lnTo>
                <a:lnTo>
                  <a:pt x="1681477" y="119453"/>
                </a:lnTo>
                <a:lnTo>
                  <a:pt x="1648755" y="126724"/>
                </a:lnTo>
                <a:cubicBezTo>
                  <a:pt x="1453629" y="142480"/>
                  <a:pt x="1262139" y="193383"/>
                  <a:pt x="1086406" y="277007"/>
                </a:cubicBezTo>
                <a:cubicBezTo>
                  <a:pt x="910671" y="359421"/>
                  <a:pt x="749482" y="475769"/>
                  <a:pt x="613742" y="615145"/>
                </a:cubicBezTo>
                <a:cubicBezTo>
                  <a:pt x="668280" y="544851"/>
                  <a:pt x="728878" y="478193"/>
                  <a:pt x="796747" y="416383"/>
                </a:cubicBezTo>
                <a:cubicBezTo>
                  <a:pt x="867041" y="364268"/>
                  <a:pt x="943395" y="319427"/>
                  <a:pt x="1020960" y="279431"/>
                </a:cubicBezTo>
                <a:cubicBezTo>
                  <a:pt x="1060954" y="260040"/>
                  <a:pt x="1100950" y="241861"/>
                  <a:pt x="1140944" y="224894"/>
                </a:cubicBezTo>
                <a:lnTo>
                  <a:pt x="1202754" y="201866"/>
                </a:lnTo>
                <a:cubicBezTo>
                  <a:pt x="1222145" y="194594"/>
                  <a:pt x="1243961" y="188535"/>
                  <a:pt x="1264563" y="181263"/>
                </a:cubicBezTo>
                <a:cubicBezTo>
                  <a:pt x="1348189" y="155811"/>
                  <a:pt x="1434238" y="133996"/>
                  <a:pt x="1520287" y="121876"/>
                </a:cubicBezTo>
                <a:cubicBezTo>
                  <a:pt x="1606336" y="109757"/>
                  <a:pt x="1693597" y="103698"/>
                  <a:pt x="1780858" y="103698"/>
                </a:cubicBezTo>
                <a:close/>
                <a:moveTo>
                  <a:pt x="1733611" y="284"/>
                </a:moveTo>
                <a:cubicBezTo>
                  <a:pt x="1914554" y="-2955"/>
                  <a:pt x="2095665" y="21587"/>
                  <a:pt x="2269278" y="73399"/>
                </a:cubicBezTo>
                <a:cubicBezTo>
                  <a:pt x="2253523" y="70975"/>
                  <a:pt x="2237767" y="68552"/>
                  <a:pt x="2224436" y="66128"/>
                </a:cubicBezTo>
                <a:cubicBezTo>
                  <a:pt x="2208680" y="63704"/>
                  <a:pt x="2192925" y="62491"/>
                  <a:pt x="2177169" y="61280"/>
                </a:cubicBezTo>
                <a:cubicBezTo>
                  <a:pt x="2135962" y="50371"/>
                  <a:pt x="2093544" y="43100"/>
                  <a:pt x="2051125" y="35828"/>
                </a:cubicBezTo>
                <a:cubicBezTo>
                  <a:pt x="2029310" y="33404"/>
                  <a:pt x="2008707" y="29769"/>
                  <a:pt x="1986892" y="27345"/>
                </a:cubicBezTo>
                <a:cubicBezTo>
                  <a:pt x="1965077" y="24921"/>
                  <a:pt x="1944473" y="22497"/>
                  <a:pt x="1922658" y="21285"/>
                </a:cubicBezTo>
                <a:cubicBezTo>
                  <a:pt x="1900842" y="20073"/>
                  <a:pt x="1880240" y="16437"/>
                  <a:pt x="1858424" y="16437"/>
                </a:cubicBezTo>
                <a:lnTo>
                  <a:pt x="1794190" y="14013"/>
                </a:lnTo>
                <a:cubicBezTo>
                  <a:pt x="1772375" y="14013"/>
                  <a:pt x="1751772" y="15225"/>
                  <a:pt x="1729957" y="15225"/>
                </a:cubicBezTo>
                <a:lnTo>
                  <a:pt x="1697233" y="16437"/>
                </a:lnTo>
                <a:cubicBezTo>
                  <a:pt x="1687538" y="17649"/>
                  <a:pt x="1676631" y="17649"/>
                  <a:pt x="1665722" y="18861"/>
                </a:cubicBezTo>
                <a:cubicBezTo>
                  <a:pt x="1493624" y="28556"/>
                  <a:pt x="1323950" y="64915"/>
                  <a:pt x="1162760" y="125513"/>
                </a:cubicBezTo>
                <a:cubicBezTo>
                  <a:pt x="1172456" y="120665"/>
                  <a:pt x="1179727" y="117030"/>
                  <a:pt x="1185787" y="113393"/>
                </a:cubicBezTo>
                <a:cubicBezTo>
                  <a:pt x="1191847" y="110969"/>
                  <a:pt x="1197906" y="107334"/>
                  <a:pt x="1203967" y="104910"/>
                </a:cubicBezTo>
                <a:cubicBezTo>
                  <a:pt x="1216086" y="98850"/>
                  <a:pt x="1228206" y="92791"/>
                  <a:pt x="1250021" y="84306"/>
                </a:cubicBezTo>
                <a:cubicBezTo>
                  <a:pt x="1260928" y="79459"/>
                  <a:pt x="1274260" y="74611"/>
                  <a:pt x="1290015" y="69763"/>
                </a:cubicBezTo>
                <a:cubicBezTo>
                  <a:pt x="1305771" y="64915"/>
                  <a:pt x="1325163" y="57643"/>
                  <a:pt x="1349402" y="51584"/>
                </a:cubicBezTo>
                <a:cubicBezTo>
                  <a:pt x="1373641" y="45524"/>
                  <a:pt x="1401515" y="38252"/>
                  <a:pt x="1435450" y="30980"/>
                </a:cubicBezTo>
                <a:cubicBezTo>
                  <a:pt x="1452418" y="28556"/>
                  <a:pt x="1470598" y="24921"/>
                  <a:pt x="1489989" y="21285"/>
                </a:cubicBezTo>
                <a:cubicBezTo>
                  <a:pt x="1499685" y="20073"/>
                  <a:pt x="1509380" y="17649"/>
                  <a:pt x="1520287" y="16437"/>
                </a:cubicBezTo>
                <a:cubicBezTo>
                  <a:pt x="1529983" y="15225"/>
                  <a:pt x="1542102" y="14013"/>
                  <a:pt x="1553011" y="12801"/>
                </a:cubicBezTo>
                <a:cubicBezTo>
                  <a:pt x="1613003" y="5530"/>
                  <a:pt x="1673298" y="1364"/>
                  <a:pt x="1733611" y="284"/>
                </a:cubicBezTo>
                <a:close/>
              </a:path>
            </a:pathLst>
          </a:custGeom>
          <a:solidFill>
            <a:schemeClr val="bg1">
              <a:lumMod val="85000"/>
            </a:schemeClr>
          </a:solidFill>
        </p:spPr>
        <p:txBody>
          <a:bodyPr wrap="square" lIns="0" tIns="1512000" rIns="0" bIns="0" anchor="t">
            <a:noAutofit/>
          </a:bodyPr>
          <a:lstStyle>
            <a:lvl1pPr marL="0" indent="0" algn="ctr">
              <a:buNone/>
              <a:defRPr sz="1100" i="1">
                <a:solidFill>
                  <a:schemeClr val="tx1"/>
                </a:solidFill>
                <a:latin typeface="+mn-lt"/>
                <a:cs typeface="Times New Roman" panose="02020603050405020304" pitchFamily="18" charset="0"/>
              </a:defRPr>
            </a:lvl1pPr>
          </a:lstStyle>
          <a:p>
            <a:r>
              <a:rPr lang="en-US" noProof="0" dirty="0"/>
              <a:t>Insert or Drag &amp; Drop </a:t>
            </a:r>
            <a:br>
              <a:rPr lang="en-US" noProof="0" dirty="0"/>
            </a:br>
            <a:r>
              <a:rPr lang="en-US" noProof="0" dirty="0"/>
              <a:t>Your Photo</a:t>
            </a:r>
          </a:p>
        </p:txBody>
      </p:sp>
      <p:sp>
        <p:nvSpPr>
          <p:cNvPr id="20" name="Title 1">
            <a:extLst>
              <a:ext uri="{FF2B5EF4-FFF2-40B4-BE49-F238E27FC236}">
                <a16:creationId xmlns:a16="http://schemas.microsoft.com/office/drawing/2014/main" xmlns="" id="{0483305E-326A-457F-81F0-A9A74DBFDD3B}"/>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21" name="Subtitle 2">
            <a:extLst>
              <a:ext uri="{FF2B5EF4-FFF2-40B4-BE49-F238E27FC236}">
                <a16:creationId xmlns:a16="http://schemas.microsoft.com/office/drawing/2014/main" xmlns="" id="{B243D003-5AB8-421B-BD18-42CA03E14B9D}"/>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pic>
        <p:nvPicPr>
          <p:cNvPr id="24" name="Picture 23">
            <a:extLst>
              <a:ext uri="{FF2B5EF4-FFF2-40B4-BE49-F238E27FC236}">
                <a16:creationId xmlns:a16="http://schemas.microsoft.com/office/drawing/2014/main" xmlns="" id="{56B1235F-7F39-4A5B-9E30-7105E197D5C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90910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ullets as Icons 5X">
    <p:spTree>
      <p:nvGrpSpPr>
        <p:cNvPr id="1" name=""/>
        <p:cNvGrpSpPr/>
        <p:nvPr/>
      </p:nvGrpSpPr>
      <p:grpSpPr>
        <a:xfrm>
          <a:off x="0" y="0"/>
          <a:ext cx="0" cy="0"/>
          <a:chOff x="0" y="0"/>
          <a:chExt cx="0" cy="0"/>
        </a:xfrm>
      </p:grpSpPr>
      <p:sp>
        <p:nvSpPr>
          <p:cNvPr id="275" name="Freeform: Shape 274">
            <a:extLst>
              <a:ext uri="{FF2B5EF4-FFF2-40B4-BE49-F238E27FC236}">
                <a16:creationId xmlns:a16="http://schemas.microsoft.com/office/drawing/2014/main" xmlns="" id="{E6216BAC-737B-4CFF-A3A4-12445DC197D8}"/>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276" name="Freeform: Shape 275">
            <a:extLst>
              <a:ext uri="{FF2B5EF4-FFF2-40B4-BE49-F238E27FC236}">
                <a16:creationId xmlns:a16="http://schemas.microsoft.com/office/drawing/2014/main" xmlns="" id="{ED70CBBF-B472-413B-ADB8-D7D74EF2BDD3}"/>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sp>
        <p:nvSpPr>
          <p:cNvPr id="143" name="Freeform: Shape 142">
            <a:extLst>
              <a:ext uri="{FF2B5EF4-FFF2-40B4-BE49-F238E27FC236}">
                <a16:creationId xmlns:a16="http://schemas.microsoft.com/office/drawing/2014/main" xmlns="" id="{5F22E849-5233-48D2-959E-8C16EA1928B5}"/>
              </a:ext>
            </a:extLst>
          </p:cNvPr>
          <p:cNvSpPr>
            <a:spLocks noChangeAspect="1"/>
          </p:cNvSpPr>
          <p:nvPr/>
        </p:nvSpPr>
        <p:spPr>
          <a:xfrm>
            <a:off x="1204282" y="2415051"/>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163" name="Freeform: Shape 162">
            <a:extLst>
              <a:ext uri="{FF2B5EF4-FFF2-40B4-BE49-F238E27FC236}">
                <a16:creationId xmlns:a16="http://schemas.microsoft.com/office/drawing/2014/main" xmlns="" id="{982928D4-D4D3-496B-8019-E859892D985D}"/>
              </a:ext>
            </a:extLst>
          </p:cNvPr>
          <p:cNvSpPr>
            <a:spLocks noChangeAspect="1"/>
          </p:cNvSpPr>
          <p:nvPr/>
        </p:nvSpPr>
        <p:spPr>
          <a:xfrm>
            <a:off x="3335141" y="2407561"/>
            <a:ext cx="1260000" cy="1258358"/>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187" name="Freeform: Shape 186">
            <a:extLst>
              <a:ext uri="{FF2B5EF4-FFF2-40B4-BE49-F238E27FC236}">
                <a16:creationId xmlns:a16="http://schemas.microsoft.com/office/drawing/2014/main" xmlns="" id="{54B5EC56-E438-4AF0-963D-B6446D73ADF0}"/>
              </a:ext>
            </a:extLst>
          </p:cNvPr>
          <p:cNvSpPr>
            <a:spLocks noChangeAspect="1"/>
          </p:cNvSpPr>
          <p:nvPr/>
        </p:nvSpPr>
        <p:spPr>
          <a:xfrm>
            <a:off x="5466000" y="2396622"/>
            <a:ext cx="1260000" cy="128023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242" name="Freeform: Shape 241">
            <a:extLst>
              <a:ext uri="{FF2B5EF4-FFF2-40B4-BE49-F238E27FC236}">
                <a16:creationId xmlns:a16="http://schemas.microsoft.com/office/drawing/2014/main" xmlns="" id="{712A5906-978E-4B99-8932-80E90ED71489}"/>
              </a:ext>
            </a:extLst>
          </p:cNvPr>
          <p:cNvSpPr>
            <a:spLocks noChangeAspect="1"/>
          </p:cNvSpPr>
          <p:nvPr/>
        </p:nvSpPr>
        <p:spPr>
          <a:xfrm>
            <a:off x="7596859" y="2405818"/>
            <a:ext cx="1260000" cy="1261844"/>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dirty="0"/>
          </a:p>
        </p:txBody>
      </p:sp>
      <p:sp>
        <p:nvSpPr>
          <p:cNvPr id="274" name="Freeform: Shape 273">
            <a:extLst>
              <a:ext uri="{FF2B5EF4-FFF2-40B4-BE49-F238E27FC236}">
                <a16:creationId xmlns:a16="http://schemas.microsoft.com/office/drawing/2014/main" xmlns="" id="{7819D08A-7F81-4EEC-970C-E8ECE319DA2A}"/>
              </a:ext>
            </a:extLst>
          </p:cNvPr>
          <p:cNvSpPr>
            <a:spLocks noChangeAspect="1"/>
          </p:cNvSpPr>
          <p:nvPr/>
        </p:nvSpPr>
        <p:spPr>
          <a:xfrm>
            <a:off x="9727717" y="2392224"/>
            <a:ext cx="1260000" cy="1289033"/>
          </a:xfrm>
          <a:custGeom>
            <a:avLst/>
            <a:gdLst>
              <a:gd name="connsiteX0" fmla="*/ 2554038 w 2731203"/>
              <a:gd name="connsiteY0" fmla="*/ 843497 h 2794134"/>
              <a:gd name="connsiteX1" fmla="*/ 2554990 w 2731203"/>
              <a:gd name="connsiteY1" fmla="*/ 843497 h 2794134"/>
              <a:gd name="connsiteX2" fmla="*/ 2574040 w 2731203"/>
              <a:gd name="connsiteY2" fmla="*/ 889217 h 2794134"/>
              <a:gd name="connsiteX3" fmla="*/ 2554038 w 2731203"/>
              <a:gd name="connsiteY3" fmla="*/ 843497 h 2794134"/>
              <a:gd name="connsiteX4" fmla="*/ 2630238 w 2731203"/>
              <a:gd name="connsiteY4" fmla="*/ 810160 h 2794134"/>
              <a:gd name="connsiteX5" fmla="*/ 2631190 w 2731203"/>
              <a:gd name="connsiteY5" fmla="*/ 810160 h 2794134"/>
              <a:gd name="connsiteX6" fmla="*/ 2651193 w 2731203"/>
              <a:gd name="connsiteY6" fmla="*/ 858737 h 2794134"/>
              <a:gd name="connsiteX7" fmla="*/ 2630238 w 2731203"/>
              <a:gd name="connsiteY7" fmla="*/ 810160 h 2794134"/>
              <a:gd name="connsiteX8" fmla="*/ 2475759 w 2731203"/>
              <a:gd name="connsiteY8" fmla="*/ 697568 h 2794134"/>
              <a:gd name="connsiteX9" fmla="*/ 2489267 w 2731203"/>
              <a:gd name="connsiteY9" fmla="*/ 717767 h 2794134"/>
              <a:gd name="connsiteX10" fmla="*/ 2488315 w 2731203"/>
              <a:gd name="connsiteY10" fmla="*/ 717767 h 2794134"/>
              <a:gd name="connsiteX11" fmla="*/ 2444909 w 2731203"/>
              <a:gd name="connsiteY11" fmla="*/ 651438 h 2794134"/>
              <a:gd name="connsiteX12" fmla="*/ 2454977 w 2731203"/>
              <a:gd name="connsiteY12" fmla="*/ 665379 h 2794134"/>
              <a:gd name="connsiteX13" fmla="*/ 2466407 w 2731203"/>
              <a:gd name="connsiteY13" fmla="*/ 682524 h 2794134"/>
              <a:gd name="connsiteX14" fmla="*/ 2475759 w 2731203"/>
              <a:gd name="connsiteY14" fmla="*/ 697568 h 2794134"/>
              <a:gd name="connsiteX15" fmla="*/ 382337 w 2731203"/>
              <a:gd name="connsiteY15" fmla="*/ 565367 h 2794134"/>
              <a:gd name="connsiteX16" fmla="*/ 363287 w 2731203"/>
              <a:gd name="connsiteY16" fmla="*/ 599657 h 2794134"/>
              <a:gd name="connsiteX17" fmla="*/ 345190 w 2731203"/>
              <a:gd name="connsiteY17" fmla="*/ 635852 h 2794134"/>
              <a:gd name="connsiteX18" fmla="*/ 336617 w 2731203"/>
              <a:gd name="connsiteY18" fmla="*/ 653949 h 2794134"/>
              <a:gd name="connsiteX19" fmla="*/ 328045 w 2731203"/>
              <a:gd name="connsiteY19" fmla="*/ 672047 h 2794134"/>
              <a:gd name="connsiteX20" fmla="*/ 311852 w 2731203"/>
              <a:gd name="connsiteY20" fmla="*/ 709194 h 2794134"/>
              <a:gd name="connsiteX21" fmla="*/ 134687 w 2731203"/>
              <a:gd name="connsiteY21" fmla="*/ 1227354 h 2794134"/>
              <a:gd name="connsiteX22" fmla="*/ 132782 w 2731203"/>
              <a:gd name="connsiteY22" fmla="*/ 1502627 h 2794134"/>
              <a:gd name="connsiteX23" fmla="*/ 189932 w 2731203"/>
              <a:gd name="connsiteY23" fmla="*/ 1772184 h 2794134"/>
              <a:gd name="connsiteX24" fmla="*/ 469015 w 2731203"/>
              <a:gd name="connsiteY24" fmla="*/ 2242719 h 2794134"/>
              <a:gd name="connsiteX25" fmla="*/ 919547 w 2731203"/>
              <a:gd name="connsiteY25" fmla="*/ 2553234 h 2794134"/>
              <a:gd name="connsiteX26" fmla="*/ 1458663 w 2731203"/>
              <a:gd name="connsiteY26" fmla="*/ 2645627 h 2794134"/>
              <a:gd name="connsiteX27" fmla="*/ 1987300 w 2731203"/>
              <a:gd name="connsiteY27" fmla="*/ 2503704 h 2794134"/>
              <a:gd name="connsiteX28" fmla="*/ 2407353 w 2731203"/>
              <a:gd name="connsiteY28" fmla="*/ 2153184 h 2794134"/>
              <a:gd name="connsiteX29" fmla="*/ 2642620 w 2731203"/>
              <a:gd name="connsiteY29" fmla="*/ 1658837 h 2794134"/>
              <a:gd name="connsiteX30" fmla="*/ 2679767 w 2731203"/>
              <a:gd name="connsiteY30" fmla="*/ 1776947 h 2794134"/>
              <a:gd name="connsiteX31" fmla="*/ 2382588 w 2731203"/>
              <a:gd name="connsiteY31" fmla="*/ 2277962 h 2794134"/>
              <a:gd name="connsiteX32" fmla="*/ 1903480 w 2731203"/>
              <a:gd name="connsiteY32" fmla="*/ 2604669 h 2794134"/>
              <a:gd name="connsiteX33" fmla="*/ 1332932 w 2731203"/>
              <a:gd name="connsiteY33" fmla="*/ 2697062 h 2794134"/>
              <a:gd name="connsiteX34" fmla="*/ 779530 w 2731203"/>
              <a:gd name="connsiteY34" fmla="*/ 2538947 h 2794134"/>
              <a:gd name="connsiteX35" fmla="*/ 347095 w 2731203"/>
              <a:gd name="connsiteY35" fmla="*/ 2162709 h 2794134"/>
              <a:gd name="connsiteX36" fmla="*/ 116590 w 2731203"/>
              <a:gd name="connsiteY36" fmla="*/ 1640739 h 2794134"/>
              <a:gd name="connsiteX37" fmla="*/ 129925 w 2731203"/>
              <a:gd name="connsiteY37" fmla="*/ 1072097 h 2794134"/>
              <a:gd name="connsiteX38" fmla="*/ 228032 w 2731203"/>
              <a:gd name="connsiteY38" fmla="*/ 804444 h 2794134"/>
              <a:gd name="connsiteX39" fmla="*/ 382337 w 2731203"/>
              <a:gd name="connsiteY39" fmla="*/ 565367 h 2794134"/>
              <a:gd name="connsiteX40" fmla="*/ 2429260 w 2731203"/>
              <a:gd name="connsiteY40" fmla="*/ 494882 h 2794134"/>
              <a:gd name="connsiteX41" fmla="*/ 2434975 w 2731203"/>
              <a:gd name="connsiteY41" fmla="*/ 497739 h 2794134"/>
              <a:gd name="connsiteX42" fmla="*/ 2441642 w 2731203"/>
              <a:gd name="connsiteY42" fmla="*/ 501549 h 2794134"/>
              <a:gd name="connsiteX43" fmla="*/ 2468312 w 2731203"/>
              <a:gd name="connsiteY43" fmla="*/ 534887 h 2794134"/>
              <a:gd name="connsiteX44" fmla="*/ 2494030 w 2731203"/>
              <a:gd name="connsiteY44" fmla="*/ 569177 h 2794134"/>
              <a:gd name="connsiteX45" fmla="*/ 2526415 w 2731203"/>
              <a:gd name="connsiteY45" fmla="*/ 616802 h 2794134"/>
              <a:gd name="connsiteX46" fmla="*/ 2564515 w 2731203"/>
              <a:gd name="connsiteY46" fmla="*/ 678714 h 2794134"/>
              <a:gd name="connsiteX47" fmla="*/ 2582612 w 2731203"/>
              <a:gd name="connsiteY47" fmla="*/ 711099 h 2794134"/>
              <a:gd name="connsiteX48" fmla="*/ 2591185 w 2731203"/>
              <a:gd name="connsiteY48" fmla="*/ 727292 h 2794134"/>
              <a:gd name="connsiteX49" fmla="*/ 2598805 w 2731203"/>
              <a:gd name="connsiteY49" fmla="*/ 743484 h 2794134"/>
              <a:gd name="connsiteX50" fmla="*/ 2596900 w 2731203"/>
              <a:gd name="connsiteY50" fmla="*/ 742532 h 2794134"/>
              <a:gd name="connsiteX51" fmla="*/ 2578802 w 2731203"/>
              <a:gd name="connsiteY51" fmla="*/ 709194 h 2794134"/>
              <a:gd name="connsiteX52" fmla="*/ 2559752 w 2731203"/>
              <a:gd name="connsiteY52" fmla="*/ 675857 h 2794134"/>
              <a:gd name="connsiteX53" fmla="*/ 2518795 w 2731203"/>
              <a:gd name="connsiteY53" fmla="*/ 611087 h 2794134"/>
              <a:gd name="connsiteX54" fmla="*/ 2486410 w 2731203"/>
              <a:gd name="connsiteY54" fmla="*/ 566319 h 2794134"/>
              <a:gd name="connsiteX55" fmla="*/ 2458787 w 2731203"/>
              <a:gd name="connsiteY55" fmla="*/ 530124 h 2794134"/>
              <a:gd name="connsiteX56" fmla="*/ 2444500 w 2731203"/>
              <a:gd name="connsiteY56" fmla="*/ 512027 h 2794134"/>
              <a:gd name="connsiteX57" fmla="*/ 2280670 w 2731203"/>
              <a:gd name="connsiteY57" fmla="*/ 458687 h 2794134"/>
              <a:gd name="connsiteX58" fmla="*/ 2296862 w 2731203"/>
              <a:gd name="connsiteY58" fmla="*/ 465354 h 2794134"/>
              <a:gd name="connsiteX59" fmla="*/ 2400566 w 2731203"/>
              <a:gd name="connsiteY59" fmla="*/ 585131 h 2794134"/>
              <a:gd name="connsiteX60" fmla="*/ 2444909 w 2731203"/>
              <a:gd name="connsiteY60" fmla="*/ 651438 h 2794134"/>
              <a:gd name="connsiteX61" fmla="*/ 2442595 w 2731203"/>
              <a:gd name="connsiteY61" fmla="*/ 648234 h 2794134"/>
              <a:gd name="connsiteX62" fmla="*/ 2418782 w 2731203"/>
              <a:gd name="connsiteY62" fmla="*/ 613944 h 2794134"/>
              <a:gd name="connsiteX63" fmla="*/ 2393065 w 2731203"/>
              <a:gd name="connsiteY63" fmla="*/ 581559 h 2794134"/>
              <a:gd name="connsiteX64" fmla="*/ 2379730 w 2731203"/>
              <a:gd name="connsiteY64" fmla="*/ 565367 h 2794134"/>
              <a:gd name="connsiteX65" fmla="*/ 2366395 w 2731203"/>
              <a:gd name="connsiteY65" fmla="*/ 549174 h 2794134"/>
              <a:gd name="connsiteX66" fmla="*/ 2338772 w 2731203"/>
              <a:gd name="connsiteY66" fmla="*/ 517742 h 2794134"/>
              <a:gd name="connsiteX67" fmla="*/ 2280670 w 2731203"/>
              <a:gd name="connsiteY67" fmla="*/ 458687 h 2794134"/>
              <a:gd name="connsiteX68" fmla="*/ 1399608 w 2731203"/>
              <a:gd name="connsiteY68" fmla="*/ 153887 h 2794134"/>
              <a:gd name="connsiteX69" fmla="*/ 2618808 w 2731203"/>
              <a:gd name="connsiteY69" fmla="*/ 1373087 h 2794134"/>
              <a:gd name="connsiteX70" fmla="*/ 2612513 w 2731203"/>
              <a:gd name="connsiteY70" fmla="*/ 1497743 h 2794134"/>
              <a:gd name="connsiteX71" fmla="*/ 2595954 w 2731203"/>
              <a:gd name="connsiteY71" fmla="*/ 1606243 h 2794134"/>
              <a:gd name="connsiteX72" fmla="*/ 2598805 w 2731203"/>
              <a:gd name="connsiteY72" fmla="*/ 1612164 h 2794134"/>
              <a:gd name="connsiteX73" fmla="*/ 2620713 w 2731203"/>
              <a:gd name="connsiteY73" fmla="*/ 1667409 h 2794134"/>
              <a:gd name="connsiteX74" fmla="*/ 2408305 w 2731203"/>
              <a:gd name="connsiteY74" fmla="*/ 2112227 h 2794134"/>
              <a:gd name="connsiteX75" fmla="*/ 2041592 w 2731203"/>
              <a:gd name="connsiteY75" fmla="*/ 2439887 h 2794134"/>
              <a:gd name="connsiteX76" fmla="*/ 1578677 w 2731203"/>
              <a:gd name="connsiteY76" fmla="*/ 2599907 h 2794134"/>
              <a:gd name="connsiteX77" fmla="*/ 1091950 w 2731203"/>
              <a:gd name="connsiteY77" fmla="*/ 2569427 h 2794134"/>
              <a:gd name="connsiteX78" fmla="*/ 656657 w 2731203"/>
              <a:gd name="connsiteY78" fmla="*/ 2353209 h 2794134"/>
              <a:gd name="connsiteX79" fmla="*/ 339475 w 2731203"/>
              <a:gd name="connsiteY79" fmla="*/ 1987449 h 2794134"/>
              <a:gd name="connsiteX80" fmla="*/ 188980 w 2731203"/>
              <a:gd name="connsiteY80" fmla="*/ 1529297 h 2794134"/>
              <a:gd name="connsiteX81" fmla="*/ 186849 w 2731203"/>
              <a:gd name="connsiteY81" fmla="*/ 1498705 h 2794134"/>
              <a:gd name="connsiteX82" fmla="*/ 186703 w 2731203"/>
              <a:gd name="connsiteY82" fmla="*/ 1497743 h 2794134"/>
              <a:gd name="connsiteX83" fmla="*/ 186492 w 2731203"/>
              <a:gd name="connsiteY83" fmla="*/ 1493576 h 2794134"/>
              <a:gd name="connsiteX84" fmla="*/ 180586 w 2731203"/>
              <a:gd name="connsiteY84" fmla="*/ 1408776 h 2794134"/>
              <a:gd name="connsiteX85" fmla="*/ 181167 w 2731203"/>
              <a:gd name="connsiteY85" fmla="*/ 1388115 h 2794134"/>
              <a:gd name="connsiteX86" fmla="*/ 180408 w 2731203"/>
              <a:gd name="connsiteY86" fmla="*/ 1373087 h 2794134"/>
              <a:gd name="connsiteX87" fmla="*/ 183073 w 2731203"/>
              <a:gd name="connsiteY87" fmla="*/ 1320311 h 2794134"/>
              <a:gd name="connsiteX88" fmla="*/ 183979 w 2731203"/>
              <a:gd name="connsiteY88" fmla="*/ 1288077 h 2794134"/>
              <a:gd name="connsiteX89" fmla="*/ 185178 w 2731203"/>
              <a:gd name="connsiteY89" fmla="*/ 1278633 h 2794134"/>
              <a:gd name="connsiteX90" fmla="*/ 186703 w 2731203"/>
              <a:gd name="connsiteY90" fmla="*/ 1248431 h 2794134"/>
              <a:gd name="connsiteX91" fmla="*/ 1399608 w 2731203"/>
              <a:gd name="connsiteY91" fmla="*/ 153887 h 2794134"/>
              <a:gd name="connsiteX92" fmla="*/ 823345 w 2731203"/>
              <a:gd name="connsiteY92" fmla="*/ 112930 h 2794134"/>
              <a:gd name="connsiteX93" fmla="*/ 690948 w 2731203"/>
              <a:gd name="connsiteY93" fmla="*/ 207227 h 2794134"/>
              <a:gd name="connsiteX94" fmla="*/ 431868 w 2731203"/>
              <a:gd name="connsiteY94" fmla="*/ 411062 h 2794134"/>
              <a:gd name="connsiteX95" fmla="*/ 228985 w 2731203"/>
              <a:gd name="connsiteY95" fmla="*/ 670142 h 2794134"/>
              <a:gd name="connsiteX96" fmla="*/ 93730 w 2731203"/>
              <a:gd name="connsiteY96" fmla="*/ 971132 h 2794134"/>
              <a:gd name="connsiteX97" fmla="*/ 35628 w 2731203"/>
              <a:gd name="connsiteY97" fmla="*/ 1294982 h 2794134"/>
              <a:gd name="connsiteX98" fmla="*/ 55630 w 2731203"/>
              <a:gd name="connsiteY98" fmla="*/ 1623595 h 2794134"/>
              <a:gd name="connsiteX99" fmla="*/ 72775 w 2731203"/>
              <a:gd name="connsiteY99" fmla="*/ 1704557 h 2794134"/>
              <a:gd name="connsiteX100" fmla="*/ 83253 w 2731203"/>
              <a:gd name="connsiteY100" fmla="*/ 1744562 h 2794134"/>
              <a:gd name="connsiteX101" fmla="*/ 94683 w 2731203"/>
              <a:gd name="connsiteY101" fmla="*/ 1784567 h 2794134"/>
              <a:gd name="connsiteX102" fmla="*/ 153738 w 2731203"/>
              <a:gd name="connsiteY102" fmla="*/ 1938872 h 2794134"/>
              <a:gd name="connsiteX103" fmla="*/ 230890 w 2731203"/>
              <a:gd name="connsiteY103" fmla="*/ 2084605 h 2794134"/>
              <a:gd name="connsiteX104" fmla="*/ 325188 w 2731203"/>
              <a:gd name="connsiteY104" fmla="*/ 2219860 h 2794134"/>
              <a:gd name="connsiteX105" fmla="*/ 434725 w 2731203"/>
              <a:gd name="connsiteY105" fmla="*/ 2343685 h 2794134"/>
              <a:gd name="connsiteX106" fmla="*/ 558550 w 2731203"/>
              <a:gd name="connsiteY106" fmla="*/ 2452270 h 2794134"/>
              <a:gd name="connsiteX107" fmla="*/ 693805 w 2731203"/>
              <a:gd name="connsiteY107" fmla="*/ 2546567 h 2794134"/>
              <a:gd name="connsiteX108" fmla="*/ 730000 w 2731203"/>
              <a:gd name="connsiteY108" fmla="*/ 2567522 h 2794134"/>
              <a:gd name="connsiteX109" fmla="*/ 748098 w 2731203"/>
              <a:gd name="connsiteY109" fmla="*/ 2578000 h 2794134"/>
              <a:gd name="connsiteX110" fmla="*/ 766195 w 2731203"/>
              <a:gd name="connsiteY110" fmla="*/ 2587525 h 2794134"/>
              <a:gd name="connsiteX111" fmla="*/ 803343 w 2731203"/>
              <a:gd name="connsiteY111" fmla="*/ 2606575 h 2794134"/>
              <a:gd name="connsiteX112" fmla="*/ 840490 w 2731203"/>
              <a:gd name="connsiteY112" fmla="*/ 2623720 h 2794134"/>
              <a:gd name="connsiteX113" fmla="*/ 994795 w 2731203"/>
              <a:gd name="connsiteY113" fmla="*/ 2682775 h 2794134"/>
              <a:gd name="connsiteX114" fmla="*/ 1155768 w 2731203"/>
              <a:gd name="connsiteY114" fmla="*/ 2721827 h 2794134"/>
              <a:gd name="connsiteX115" fmla="*/ 1808230 w 2731203"/>
              <a:gd name="connsiteY115" fmla="*/ 2681822 h 2794134"/>
              <a:gd name="connsiteX116" fmla="*/ 2108268 w 2731203"/>
              <a:gd name="connsiteY116" fmla="*/ 2545615 h 2794134"/>
              <a:gd name="connsiteX117" fmla="*/ 2367348 w 2731203"/>
              <a:gd name="connsiteY117" fmla="*/ 2341780 h 2794134"/>
              <a:gd name="connsiteX118" fmla="*/ 2570230 w 2731203"/>
              <a:gd name="connsiteY118" fmla="*/ 2082700 h 2794134"/>
              <a:gd name="connsiteX119" fmla="*/ 2705485 w 2731203"/>
              <a:gd name="connsiteY119" fmla="*/ 1781710 h 2794134"/>
              <a:gd name="connsiteX120" fmla="*/ 2731203 w 2731203"/>
              <a:gd name="connsiteY120" fmla="*/ 1908392 h 2794134"/>
              <a:gd name="connsiteX121" fmla="*/ 2695960 w 2731203"/>
              <a:gd name="connsiteY121" fmla="*/ 1988402 h 2794134"/>
              <a:gd name="connsiteX122" fmla="*/ 2675958 w 2731203"/>
              <a:gd name="connsiteY122" fmla="*/ 2027455 h 2794134"/>
              <a:gd name="connsiteX123" fmla="*/ 2655003 w 2731203"/>
              <a:gd name="connsiteY123" fmla="*/ 2065555 h 2794134"/>
              <a:gd name="connsiteX124" fmla="*/ 2610235 w 2731203"/>
              <a:gd name="connsiteY124" fmla="*/ 2139850 h 2794134"/>
              <a:gd name="connsiteX125" fmla="*/ 2586423 w 2731203"/>
              <a:gd name="connsiteY125" fmla="*/ 2176045 h 2794134"/>
              <a:gd name="connsiteX126" fmla="*/ 2560705 w 2731203"/>
              <a:gd name="connsiteY126" fmla="*/ 2211287 h 2794134"/>
              <a:gd name="connsiteX127" fmla="*/ 2322580 w 2731203"/>
              <a:gd name="connsiteY127" fmla="*/ 2464652 h 2794134"/>
              <a:gd name="connsiteX128" fmla="*/ 1702503 w 2731203"/>
              <a:gd name="connsiteY128" fmla="*/ 2764690 h 2794134"/>
              <a:gd name="connsiteX129" fmla="*/ 1358650 w 2731203"/>
              <a:gd name="connsiteY129" fmla="*/ 2793265 h 2794134"/>
              <a:gd name="connsiteX130" fmla="*/ 1186248 w 2731203"/>
              <a:gd name="connsiteY130" fmla="*/ 2777072 h 2794134"/>
              <a:gd name="connsiteX131" fmla="*/ 1143385 w 2731203"/>
              <a:gd name="connsiteY131" fmla="*/ 2769452 h 2794134"/>
              <a:gd name="connsiteX132" fmla="*/ 1101475 w 2731203"/>
              <a:gd name="connsiteY132" fmla="*/ 2760880 h 2794134"/>
              <a:gd name="connsiteX133" fmla="*/ 1017655 w 2731203"/>
              <a:gd name="connsiteY133" fmla="*/ 2738972 h 2794134"/>
              <a:gd name="connsiteX134" fmla="*/ 976698 w 2731203"/>
              <a:gd name="connsiteY134" fmla="*/ 2726590 h 2794134"/>
              <a:gd name="connsiteX135" fmla="*/ 935740 w 2731203"/>
              <a:gd name="connsiteY135" fmla="*/ 2712302 h 2794134"/>
              <a:gd name="connsiteX136" fmla="*/ 854778 w 2731203"/>
              <a:gd name="connsiteY136" fmla="*/ 2680870 h 2794134"/>
              <a:gd name="connsiteX137" fmla="*/ 815725 w 2731203"/>
              <a:gd name="connsiteY137" fmla="*/ 2662772 h 2794134"/>
              <a:gd name="connsiteX138" fmla="*/ 776673 w 2731203"/>
              <a:gd name="connsiteY138" fmla="*/ 2643722 h 2794134"/>
              <a:gd name="connsiteX139" fmla="*/ 700473 w 2731203"/>
              <a:gd name="connsiteY139" fmla="*/ 2602765 h 2794134"/>
              <a:gd name="connsiteX140" fmla="*/ 663325 w 2731203"/>
              <a:gd name="connsiteY140" fmla="*/ 2580857 h 2794134"/>
              <a:gd name="connsiteX141" fmla="*/ 627130 w 2731203"/>
              <a:gd name="connsiteY141" fmla="*/ 2557045 h 2794134"/>
              <a:gd name="connsiteX142" fmla="*/ 609033 w 2731203"/>
              <a:gd name="connsiteY142" fmla="*/ 2545615 h 2794134"/>
              <a:gd name="connsiteX143" fmla="*/ 591888 w 2731203"/>
              <a:gd name="connsiteY143" fmla="*/ 2533232 h 2794134"/>
              <a:gd name="connsiteX144" fmla="*/ 556645 w 2731203"/>
              <a:gd name="connsiteY144" fmla="*/ 2507515 h 2794134"/>
              <a:gd name="connsiteX145" fmla="*/ 426153 w 2731203"/>
              <a:gd name="connsiteY145" fmla="*/ 2395120 h 2794134"/>
              <a:gd name="connsiteX146" fmla="*/ 309948 w 2731203"/>
              <a:gd name="connsiteY146" fmla="*/ 2268437 h 2794134"/>
              <a:gd name="connsiteX147" fmla="*/ 210888 w 2731203"/>
              <a:gd name="connsiteY147" fmla="*/ 2128420 h 2794134"/>
              <a:gd name="connsiteX148" fmla="*/ 168025 w 2731203"/>
              <a:gd name="connsiteY148" fmla="*/ 2054125 h 2794134"/>
              <a:gd name="connsiteX149" fmla="*/ 148023 w 2731203"/>
              <a:gd name="connsiteY149" fmla="*/ 2016025 h 2794134"/>
              <a:gd name="connsiteX150" fmla="*/ 128973 w 2731203"/>
              <a:gd name="connsiteY150" fmla="*/ 1977925 h 2794134"/>
              <a:gd name="connsiteX151" fmla="*/ 111828 w 2731203"/>
              <a:gd name="connsiteY151" fmla="*/ 1938872 h 2794134"/>
              <a:gd name="connsiteX152" fmla="*/ 103255 w 2731203"/>
              <a:gd name="connsiteY152" fmla="*/ 1918870 h 2794134"/>
              <a:gd name="connsiteX153" fmla="*/ 95635 w 2731203"/>
              <a:gd name="connsiteY153" fmla="*/ 1898867 h 2794134"/>
              <a:gd name="connsiteX154" fmla="*/ 80395 w 2731203"/>
              <a:gd name="connsiteY154" fmla="*/ 1858862 h 2794134"/>
              <a:gd name="connsiteX155" fmla="*/ 67060 w 2731203"/>
              <a:gd name="connsiteY155" fmla="*/ 1817905 h 2794134"/>
              <a:gd name="connsiteX156" fmla="*/ 43248 w 2731203"/>
              <a:gd name="connsiteY156" fmla="*/ 1735990 h 2794134"/>
              <a:gd name="connsiteX157" fmla="*/ 33723 w 2731203"/>
              <a:gd name="connsiteY157" fmla="*/ 1694080 h 2794134"/>
              <a:gd name="connsiteX158" fmla="*/ 25150 w 2731203"/>
              <a:gd name="connsiteY158" fmla="*/ 1652170 h 2794134"/>
              <a:gd name="connsiteX159" fmla="*/ 3243 w 2731203"/>
              <a:gd name="connsiteY159" fmla="*/ 1482625 h 2794134"/>
              <a:gd name="connsiteX160" fmla="*/ 21340 w 2731203"/>
              <a:gd name="connsiteY160" fmla="*/ 1142582 h 2794134"/>
              <a:gd name="connsiteX161" fmla="*/ 28960 w 2731203"/>
              <a:gd name="connsiteY161" fmla="*/ 1100672 h 2794134"/>
              <a:gd name="connsiteX162" fmla="*/ 38485 w 2731203"/>
              <a:gd name="connsiteY162" fmla="*/ 1058762 h 2794134"/>
              <a:gd name="connsiteX163" fmla="*/ 48963 w 2731203"/>
              <a:gd name="connsiteY163" fmla="*/ 1017805 h 2794134"/>
              <a:gd name="connsiteX164" fmla="*/ 61345 w 2731203"/>
              <a:gd name="connsiteY164" fmla="*/ 976847 h 2794134"/>
              <a:gd name="connsiteX165" fmla="*/ 67060 w 2731203"/>
              <a:gd name="connsiteY165" fmla="*/ 956845 h 2794134"/>
              <a:gd name="connsiteX166" fmla="*/ 73728 w 2731203"/>
              <a:gd name="connsiteY166" fmla="*/ 935890 h 2794134"/>
              <a:gd name="connsiteX167" fmla="*/ 88015 w 2731203"/>
              <a:gd name="connsiteY167" fmla="*/ 895885 h 2794134"/>
              <a:gd name="connsiteX168" fmla="*/ 104208 w 2731203"/>
              <a:gd name="connsiteY168" fmla="*/ 855880 h 2794134"/>
              <a:gd name="connsiteX169" fmla="*/ 120400 w 2731203"/>
              <a:gd name="connsiteY169" fmla="*/ 816827 h 2794134"/>
              <a:gd name="connsiteX170" fmla="*/ 157548 w 2731203"/>
              <a:gd name="connsiteY170" fmla="*/ 740627 h 2794134"/>
              <a:gd name="connsiteX171" fmla="*/ 177550 w 2731203"/>
              <a:gd name="connsiteY171" fmla="*/ 703480 h 2794134"/>
              <a:gd name="connsiteX172" fmla="*/ 199458 w 2731203"/>
              <a:gd name="connsiteY172" fmla="*/ 666332 h 2794134"/>
              <a:gd name="connsiteX173" fmla="*/ 222318 w 2731203"/>
              <a:gd name="connsiteY173" fmla="*/ 630137 h 2794134"/>
              <a:gd name="connsiteX174" fmla="*/ 245178 w 2731203"/>
              <a:gd name="connsiteY174" fmla="*/ 594895 h 2794134"/>
              <a:gd name="connsiteX175" fmla="*/ 269943 w 2731203"/>
              <a:gd name="connsiteY175" fmla="*/ 560605 h 2794134"/>
              <a:gd name="connsiteX176" fmla="*/ 295660 w 2731203"/>
              <a:gd name="connsiteY176" fmla="*/ 526315 h 2794134"/>
              <a:gd name="connsiteX177" fmla="*/ 533785 w 2731203"/>
              <a:gd name="connsiteY177" fmla="*/ 287237 h 2794134"/>
              <a:gd name="connsiteX178" fmla="*/ 823345 w 2731203"/>
              <a:gd name="connsiteY178" fmla="*/ 112930 h 2794134"/>
              <a:gd name="connsiteX179" fmla="*/ 1879668 w 2731203"/>
              <a:gd name="connsiteY179" fmla="*/ 109120 h 2794134"/>
              <a:gd name="connsiteX180" fmla="*/ 1932055 w 2731203"/>
              <a:gd name="connsiteY180" fmla="*/ 124360 h 2794134"/>
              <a:gd name="connsiteX181" fmla="*/ 1984443 w 2731203"/>
              <a:gd name="connsiteY181" fmla="*/ 142457 h 2794134"/>
              <a:gd name="connsiteX182" fmla="*/ 2406400 w 2731203"/>
              <a:gd name="connsiteY182" fmla="*/ 459640 h 2794134"/>
              <a:gd name="connsiteX183" fmla="*/ 2376873 w 2731203"/>
              <a:gd name="connsiteY183" fmla="*/ 432970 h 2794134"/>
              <a:gd name="connsiteX184" fmla="*/ 2346393 w 2731203"/>
              <a:gd name="connsiteY184" fmla="*/ 407252 h 2794134"/>
              <a:gd name="connsiteX185" fmla="*/ 1879668 w 2731203"/>
              <a:gd name="connsiteY185" fmla="*/ 109120 h 2794134"/>
              <a:gd name="connsiteX186" fmla="*/ 1596775 w 2731203"/>
              <a:gd name="connsiteY186" fmla="*/ 107215 h 2794134"/>
              <a:gd name="connsiteX187" fmla="*/ 1618682 w 2731203"/>
              <a:gd name="connsiteY187" fmla="*/ 107215 h 2794134"/>
              <a:gd name="connsiteX188" fmla="*/ 1658687 w 2731203"/>
              <a:gd name="connsiteY188" fmla="*/ 114835 h 2794134"/>
              <a:gd name="connsiteX189" fmla="*/ 1698692 w 2731203"/>
              <a:gd name="connsiteY189" fmla="*/ 124360 h 2794134"/>
              <a:gd name="connsiteX190" fmla="*/ 1718695 w 2731203"/>
              <a:gd name="connsiteY190" fmla="*/ 129122 h 2794134"/>
              <a:gd name="connsiteX191" fmla="*/ 1738697 w 2731203"/>
              <a:gd name="connsiteY191" fmla="*/ 134837 h 2794134"/>
              <a:gd name="connsiteX192" fmla="*/ 1777750 w 2731203"/>
              <a:gd name="connsiteY192" fmla="*/ 146267 h 2794134"/>
              <a:gd name="connsiteX193" fmla="*/ 1930150 w 2731203"/>
              <a:gd name="connsiteY193" fmla="*/ 206275 h 2794134"/>
              <a:gd name="connsiteX194" fmla="*/ 2206375 w 2731203"/>
              <a:gd name="connsiteY194" fmla="*/ 381535 h 2794134"/>
              <a:gd name="connsiteX195" fmla="*/ 2185420 w 2731203"/>
              <a:gd name="connsiteY195" fmla="*/ 371057 h 2794134"/>
              <a:gd name="connsiteX196" fmla="*/ 2175895 w 2731203"/>
              <a:gd name="connsiteY196" fmla="*/ 365342 h 2794134"/>
              <a:gd name="connsiteX197" fmla="*/ 1532005 w 2731203"/>
              <a:gd name="connsiteY197" fmla="*/ 108167 h 2794134"/>
              <a:gd name="connsiteX198" fmla="*/ 1574867 w 2731203"/>
              <a:gd name="connsiteY198" fmla="*/ 108167 h 2794134"/>
              <a:gd name="connsiteX199" fmla="*/ 1399607 w 2731203"/>
              <a:gd name="connsiteY199" fmla="*/ 81497 h 2794134"/>
              <a:gd name="connsiteX200" fmla="*/ 1348172 w 2731203"/>
              <a:gd name="connsiteY200" fmla="*/ 89117 h 2794134"/>
              <a:gd name="connsiteX201" fmla="*/ 1334837 w 2731203"/>
              <a:gd name="connsiteY201" fmla="*/ 91022 h 2794134"/>
              <a:gd name="connsiteX202" fmla="*/ 1321502 w 2731203"/>
              <a:gd name="connsiteY202" fmla="*/ 93879 h 2794134"/>
              <a:gd name="connsiteX203" fmla="*/ 1295785 w 2731203"/>
              <a:gd name="connsiteY203" fmla="*/ 99594 h 2794134"/>
              <a:gd name="connsiteX204" fmla="*/ 853825 w 2731203"/>
              <a:gd name="connsiteY204" fmla="*/ 217704 h 2794134"/>
              <a:gd name="connsiteX205" fmla="*/ 482350 w 2731203"/>
              <a:gd name="connsiteY205" fmla="*/ 483452 h 2794134"/>
              <a:gd name="connsiteX206" fmla="*/ 626177 w 2731203"/>
              <a:gd name="connsiteY206" fmla="*/ 327242 h 2794134"/>
              <a:gd name="connsiteX207" fmla="*/ 802390 w 2731203"/>
              <a:gd name="connsiteY207" fmla="*/ 219609 h 2794134"/>
              <a:gd name="connsiteX208" fmla="*/ 896687 w 2731203"/>
              <a:gd name="connsiteY208" fmla="*/ 176747 h 2794134"/>
              <a:gd name="connsiteX209" fmla="*/ 945265 w 2731203"/>
              <a:gd name="connsiteY209" fmla="*/ 158649 h 2794134"/>
              <a:gd name="connsiteX210" fmla="*/ 993842 w 2731203"/>
              <a:gd name="connsiteY210" fmla="*/ 142457 h 2794134"/>
              <a:gd name="connsiteX211" fmla="*/ 1194820 w 2731203"/>
              <a:gd name="connsiteY211" fmla="*/ 95784 h 2794134"/>
              <a:gd name="connsiteX212" fmla="*/ 1399607 w 2731203"/>
              <a:gd name="connsiteY212" fmla="*/ 81497 h 2794134"/>
              <a:gd name="connsiteX213" fmla="*/ 1362475 w 2731203"/>
              <a:gd name="connsiteY213" fmla="*/ 222 h 2794134"/>
              <a:gd name="connsiteX214" fmla="*/ 1783465 w 2731203"/>
              <a:gd name="connsiteY214" fmla="*/ 57685 h 2794134"/>
              <a:gd name="connsiteX215" fmla="*/ 1748223 w 2731203"/>
              <a:gd name="connsiteY215" fmla="*/ 51970 h 2794134"/>
              <a:gd name="connsiteX216" fmla="*/ 1711075 w 2731203"/>
              <a:gd name="connsiteY216" fmla="*/ 48160 h 2794134"/>
              <a:gd name="connsiteX217" fmla="*/ 1612015 w 2731203"/>
              <a:gd name="connsiteY217" fmla="*/ 28157 h 2794134"/>
              <a:gd name="connsiteX218" fmla="*/ 1561533 w 2731203"/>
              <a:gd name="connsiteY218" fmla="*/ 21490 h 2794134"/>
              <a:gd name="connsiteX219" fmla="*/ 1511050 w 2731203"/>
              <a:gd name="connsiteY219" fmla="*/ 16727 h 2794134"/>
              <a:gd name="connsiteX220" fmla="*/ 1460568 w 2731203"/>
              <a:gd name="connsiteY220" fmla="*/ 12917 h 2794134"/>
              <a:gd name="connsiteX221" fmla="*/ 1410085 w 2731203"/>
              <a:gd name="connsiteY221" fmla="*/ 11012 h 2794134"/>
              <a:gd name="connsiteX222" fmla="*/ 1359603 w 2731203"/>
              <a:gd name="connsiteY222" fmla="*/ 11965 h 2794134"/>
              <a:gd name="connsiteX223" fmla="*/ 1333885 w 2731203"/>
              <a:gd name="connsiteY223" fmla="*/ 12917 h 2794134"/>
              <a:gd name="connsiteX224" fmla="*/ 1309120 w 2731203"/>
              <a:gd name="connsiteY224" fmla="*/ 14822 h 2794134"/>
              <a:gd name="connsiteX225" fmla="*/ 913833 w 2731203"/>
              <a:gd name="connsiteY225" fmla="*/ 98642 h 2794134"/>
              <a:gd name="connsiteX226" fmla="*/ 931930 w 2731203"/>
              <a:gd name="connsiteY226" fmla="*/ 89117 h 2794134"/>
              <a:gd name="connsiteX227" fmla="*/ 946218 w 2731203"/>
              <a:gd name="connsiteY227" fmla="*/ 82450 h 2794134"/>
              <a:gd name="connsiteX228" fmla="*/ 982413 w 2731203"/>
              <a:gd name="connsiteY228" fmla="*/ 66257 h 2794134"/>
              <a:gd name="connsiteX229" fmla="*/ 1013845 w 2731203"/>
              <a:gd name="connsiteY229" fmla="*/ 54827 h 2794134"/>
              <a:gd name="connsiteX230" fmla="*/ 1060518 w 2731203"/>
              <a:gd name="connsiteY230" fmla="*/ 40540 h 2794134"/>
              <a:gd name="connsiteX231" fmla="*/ 1128145 w 2731203"/>
              <a:gd name="connsiteY231" fmla="*/ 24347 h 2794134"/>
              <a:gd name="connsiteX232" fmla="*/ 1171008 w 2731203"/>
              <a:gd name="connsiteY232" fmla="*/ 16727 h 2794134"/>
              <a:gd name="connsiteX233" fmla="*/ 1194820 w 2731203"/>
              <a:gd name="connsiteY233" fmla="*/ 12917 h 2794134"/>
              <a:gd name="connsiteX234" fmla="*/ 1220538 w 2731203"/>
              <a:gd name="connsiteY234" fmla="*/ 10060 h 2794134"/>
              <a:gd name="connsiteX235" fmla="*/ 1362475 w 2731203"/>
              <a:gd name="connsiteY235" fmla="*/ 222 h 279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2731203" h="2794134">
                <a:moveTo>
                  <a:pt x="2554038" y="843497"/>
                </a:moveTo>
                <a:cubicBezTo>
                  <a:pt x="2554038" y="843497"/>
                  <a:pt x="2554990" y="843497"/>
                  <a:pt x="2554990" y="843497"/>
                </a:cubicBezTo>
                <a:cubicBezTo>
                  <a:pt x="2561658" y="858737"/>
                  <a:pt x="2568325" y="873024"/>
                  <a:pt x="2574040" y="889217"/>
                </a:cubicBezTo>
                <a:cubicBezTo>
                  <a:pt x="2568325" y="873024"/>
                  <a:pt x="2560705" y="858737"/>
                  <a:pt x="2554038" y="843497"/>
                </a:cubicBezTo>
                <a:close/>
                <a:moveTo>
                  <a:pt x="2630238" y="810160"/>
                </a:moveTo>
                <a:cubicBezTo>
                  <a:pt x="2630238" y="810160"/>
                  <a:pt x="2631190" y="810160"/>
                  <a:pt x="2631190" y="810160"/>
                </a:cubicBezTo>
                <a:cubicBezTo>
                  <a:pt x="2637858" y="826352"/>
                  <a:pt x="2645478" y="841592"/>
                  <a:pt x="2651193" y="858737"/>
                </a:cubicBezTo>
                <a:cubicBezTo>
                  <a:pt x="2645478" y="841592"/>
                  <a:pt x="2636905" y="826352"/>
                  <a:pt x="2630238" y="810160"/>
                </a:cubicBezTo>
                <a:close/>
                <a:moveTo>
                  <a:pt x="2475759" y="697568"/>
                </a:moveTo>
                <a:lnTo>
                  <a:pt x="2489267" y="717767"/>
                </a:lnTo>
                <a:cubicBezTo>
                  <a:pt x="2489267" y="717767"/>
                  <a:pt x="2488315" y="717767"/>
                  <a:pt x="2488315" y="717767"/>
                </a:cubicBezTo>
                <a:close/>
                <a:moveTo>
                  <a:pt x="2444909" y="651438"/>
                </a:moveTo>
                <a:lnTo>
                  <a:pt x="2454977" y="665379"/>
                </a:lnTo>
                <a:lnTo>
                  <a:pt x="2466407" y="682524"/>
                </a:lnTo>
                <a:lnTo>
                  <a:pt x="2475759" y="697568"/>
                </a:lnTo>
                <a:close/>
                <a:moveTo>
                  <a:pt x="382337" y="565367"/>
                </a:moveTo>
                <a:cubicBezTo>
                  <a:pt x="375670" y="577749"/>
                  <a:pt x="369002" y="589179"/>
                  <a:pt x="363287" y="599657"/>
                </a:cubicBezTo>
                <a:cubicBezTo>
                  <a:pt x="357572" y="612039"/>
                  <a:pt x="350905" y="623469"/>
                  <a:pt x="345190" y="635852"/>
                </a:cubicBezTo>
                <a:lnTo>
                  <a:pt x="336617" y="653949"/>
                </a:lnTo>
                <a:lnTo>
                  <a:pt x="328045" y="672047"/>
                </a:lnTo>
                <a:cubicBezTo>
                  <a:pt x="322330" y="684429"/>
                  <a:pt x="317567" y="696812"/>
                  <a:pt x="311852" y="709194"/>
                </a:cubicBezTo>
                <a:cubicBezTo>
                  <a:pt x="216602" y="866357"/>
                  <a:pt x="155642" y="1044474"/>
                  <a:pt x="134687" y="1227354"/>
                </a:cubicBezTo>
                <a:cubicBezTo>
                  <a:pt x="124210" y="1318794"/>
                  <a:pt x="123257" y="1411187"/>
                  <a:pt x="132782" y="1502627"/>
                </a:cubicBezTo>
                <a:cubicBezTo>
                  <a:pt x="141355" y="1594067"/>
                  <a:pt x="161357" y="1684554"/>
                  <a:pt x="189932" y="1772184"/>
                </a:cubicBezTo>
                <a:cubicBezTo>
                  <a:pt x="247082" y="1946492"/>
                  <a:pt x="343285" y="2108417"/>
                  <a:pt x="469015" y="2242719"/>
                </a:cubicBezTo>
                <a:cubicBezTo>
                  <a:pt x="594745" y="2377022"/>
                  <a:pt x="749050" y="2484654"/>
                  <a:pt x="919547" y="2553234"/>
                </a:cubicBezTo>
                <a:cubicBezTo>
                  <a:pt x="1089092" y="2622767"/>
                  <a:pt x="1274830" y="2654199"/>
                  <a:pt x="1458663" y="2645627"/>
                </a:cubicBezTo>
                <a:cubicBezTo>
                  <a:pt x="1642495" y="2638007"/>
                  <a:pt x="1824422" y="2588477"/>
                  <a:pt x="1987300" y="2503704"/>
                </a:cubicBezTo>
                <a:cubicBezTo>
                  <a:pt x="2150177" y="2419884"/>
                  <a:pt x="2294958" y="2298917"/>
                  <a:pt x="2407353" y="2153184"/>
                </a:cubicBezTo>
                <a:cubicBezTo>
                  <a:pt x="2520700" y="2008404"/>
                  <a:pt x="2601663" y="1837907"/>
                  <a:pt x="2642620" y="1658837"/>
                </a:cubicBezTo>
                <a:cubicBezTo>
                  <a:pt x="2656908" y="1696937"/>
                  <a:pt x="2668338" y="1735989"/>
                  <a:pt x="2679767" y="1776947"/>
                </a:cubicBezTo>
                <a:cubicBezTo>
                  <a:pt x="2618808" y="1962684"/>
                  <a:pt x="2516890" y="2136039"/>
                  <a:pt x="2382588" y="2277962"/>
                </a:cubicBezTo>
                <a:cubicBezTo>
                  <a:pt x="2249238" y="2419884"/>
                  <a:pt x="2084455" y="2533232"/>
                  <a:pt x="1903480" y="2604669"/>
                </a:cubicBezTo>
                <a:cubicBezTo>
                  <a:pt x="1722505" y="2677059"/>
                  <a:pt x="1526290" y="2708492"/>
                  <a:pt x="1332932" y="2697062"/>
                </a:cubicBezTo>
                <a:cubicBezTo>
                  <a:pt x="1139575" y="2685632"/>
                  <a:pt x="949075" y="2631339"/>
                  <a:pt x="779530" y="2538947"/>
                </a:cubicBezTo>
                <a:cubicBezTo>
                  <a:pt x="609032" y="2447507"/>
                  <a:pt x="461395" y="2317014"/>
                  <a:pt x="347095" y="2162709"/>
                </a:cubicBezTo>
                <a:cubicBezTo>
                  <a:pt x="233747" y="2008404"/>
                  <a:pt x="153737" y="1828382"/>
                  <a:pt x="116590" y="1640739"/>
                </a:cubicBezTo>
                <a:cubicBezTo>
                  <a:pt x="79442" y="1452144"/>
                  <a:pt x="84205" y="1257834"/>
                  <a:pt x="129925" y="1072097"/>
                </a:cubicBezTo>
                <a:cubicBezTo>
                  <a:pt x="152785" y="979704"/>
                  <a:pt x="185170" y="889217"/>
                  <a:pt x="228032" y="804444"/>
                </a:cubicBezTo>
                <a:cubicBezTo>
                  <a:pt x="270895" y="719672"/>
                  <a:pt x="322330" y="638709"/>
                  <a:pt x="382337" y="565367"/>
                </a:cubicBezTo>
                <a:close/>
                <a:moveTo>
                  <a:pt x="2429260" y="494882"/>
                </a:moveTo>
                <a:cubicBezTo>
                  <a:pt x="2431165" y="495834"/>
                  <a:pt x="2433070" y="496787"/>
                  <a:pt x="2434975" y="497739"/>
                </a:cubicBezTo>
                <a:cubicBezTo>
                  <a:pt x="2436880" y="499644"/>
                  <a:pt x="2439737" y="500597"/>
                  <a:pt x="2441642" y="501549"/>
                </a:cubicBezTo>
                <a:cubicBezTo>
                  <a:pt x="2451167" y="512027"/>
                  <a:pt x="2459740" y="523457"/>
                  <a:pt x="2468312" y="534887"/>
                </a:cubicBezTo>
                <a:cubicBezTo>
                  <a:pt x="2476885" y="546317"/>
                  <a:pt x="2486410" y="557747"/>
                  <a:pt x="2494030" y="569177"/>
                </a:cubicBezTo>
                <a:cubicBezTo>
                  <a:pt x="2504507" y="584417"/>
                  <a:pt x="2515937" y="600609"/>
                  <a:pt x="2526415" y="616802"/>
                </a:cubicBezTo>
                <a:cubicBezTo>
                  <a:pt x="2539750" y="637757"/>
                  <a:pt x="2553085" y="657759"/>
                  <a:pt x="2564515" y="678714"/>
                </a:cubicBezTo>
                <a:lnTo>
                  <a:pt x="2582612" y="711099"/>
                </a:lnTo>
                <a:lnTo>
                  <a:pt x="2591185" y="727292"/>
                </a:lnTo>
                <a:lnTo>
                  <a:pt x="2598805" y="743484"/>
                </a:lnTo>
                <a:cubicBezTo>
                  <a:pt x="2597852" y="743484"/>
                  <a:pt x="2597852" y="742532"/>
                  <a:pt x="2596900" y="742532"/>
                </a:cubicBezTo>
                <a:cubicBezTo>
                  <a:pt x="2591185" y="731102"/>
                  <a:pt x="2585470" y="720624"/>
                  <a:pt x="2578802" y="709194"/>
                </a:cubicBezTo>
                <a:lnTo>
                  <a:pt x="2559752" y="675857"/>
                </a:lnTo>
                <a:cubicBezTo>
                  <a:pt x="2546417" y="653949"/>
                  <a:pt x="2533082" y="632042"/>
                  <a:pt x="2518795" y="611087"/>
                </a:cubicBezTo>
                <a:lnTo>
                  <a:pt x="2486410" y="566319"/>
                </a:lnTo>
                <a:cubicBezTo>
                  <a:pt x="2477837" y="553937"/>
                  <a:pt x="2468312" y="542507"/>
                  <a:pt x="2458787" y="530124"/>
                </a:cubicBezTo>
                <a:lnTo>
                  <a:pt x="2444500" y="512027"/>
                </a:lnTo>
                <a:close/>
                <a:moveTo>
                  <a:pt x="2280670" y="458687"/>
                </a:moveTo>
                <a:cubicBezTo>
                  <a:pt x="2285432" y="460592"/>
                  <a:pt x="2291147" y="462497"/>
                  <a:pt x="2296862" y="465354"/>
                </a:cubicBezTo>
                <a:cubicBezTo>
                  <a:pt x="2334010" y="502978"/>
                  <a:pt x="2368538" y="542983"/>
                  <a:pt x="2400566" y="585131"/>
                </a:cubicBezTo>
                <a:lnTo>
                  <a:pt x="2444909" y="651438"/>
                </a:lnTo>
                <a:lnTo>
                  <a:pt x="2442595" y="648234"/>
                </a:lnTo>
                <a:lnTo>
                  <a:pt x="2418782" y="613944"/>
                </a:lnTo>
                <a:lnTo>
                  <a:pt x="2393065" y="581559"/>
                </a:lnTo>
                <a:lnTo>
                  <a:pt x="2379730" y="565367"/>
                </a:lnTo>
                <a:lnTo>
                  <a:pt x="2366395" y="549174"/>
                </a:lnTo>
                <a:cubicBezTo>
                  <a:pt x="2356870" y="538697"/>
                  <a:pt x="2348297" y="528219"/>
                  <a:pt x="2338772" y="517742"/>
                </a:cubicBezTo>
                <a:cubicBezTo>
                  <a:pt x="2319722" y="497739"/>
                  <a:pt x="2300672" y="477737"/>
                  <a:pt x="2280670" y="458687"/>
                </a:cubicBezTo>
                <a:close/>
                <a:moveTo>
                  <a:pt x="1399608" y="153887"/>
                </a:moveTo>
                <a:cubicBezTo>
                  <a:pt x="2072953" y="153887"/>
                  <a:pt x="2618808" y="699741"/>
                  <a:pt x="2618808" y="1373087"/>
                </a:cubicBezTo>
                <a:cubicBezTo>
                  <a:pt x="2618808" y="1415171"/>
                  <a:pt x="2616676" y="1456757"/>
                  <a:pt x="2612513" y="1497743"/>
                </a:cubicBezTo>
                <a:lnTo>
                  <a:pt x="2595954" y="1606243"/>
                </a:lnTo>
                <a:lnTo>
                  <a:pt x="2598805" y="1612164"/>
                </a:lnTo>
                <a:cubicBezTo>
                  <a:pt x="2606425" y="1630262"/>
                  <a:pt x="2613092" y="1648359"/>
                  <a:pt x="2620713" y="1667409"/>
                </a:cubicBezTo>
                <a:cubicBezTo>
                  <a:pt x="2580707" y="1828382"/>
                  <a:pt x="2507365" y="1979829"/>
                  <a:pt x="2408305" y="2112227"/>
                </a:cubicBezTo>
                <a:cubicBezTo>
                  <a:pt x="2309245" y="2244624"/>
                  <a:pt x="2183515" y="2357019"/>
                  <a:pt x="2041592" y="2439887"/>
                </a:cubicBezTo>
                <a:cubicBezTo>
                  <a:pt x="1899670" y="2523707"/>
                  <a:pt x="1741555" y="2577999"/>
                  <a:pt x="1578677" y="2599907"/>
                </a:cubicBezTo>
                <a:cubicBezTo>
                  <a:pt x="1415800" y="2621814"/>
                  <a:pt x="1250065" y="2611337"/>
                  <a:pt x="1091950" y="2569427"/>
                </a:cubicBezTo>
                <a:cubicBezTo>
                  <a:pt x="933835" y="2527517"/>
                  <a:pt x="785245" y="2453222"/>
                  <a:pt x="656657" y="2353209"/>
                </a:cubicBezTo>
                <a:cubicBezTo>
                  <a:pt x="528070" y="2253197"/>
                  <a:pt x="419485" y="2128419"/>
                  <a:pt x="339475" y="1987449"/>
                </a:cubicBezTo>
                <a:cubicBezTo>
                  <a:pt x="259465" y="1846479"/>
                  <a:pt x="208030" y="1689317"/>
                  <a:pt x="188980" y="1529297"/>
                </a:cubicBezTo>
                <a:lnTo>
                  <a:pt x="186849" y="1498705"/>
                </a:lnTo>
                <a:lnTo>
                  <a:pt x="186703" y="1497743"/>
                </a:lnTo>
                <a:lnTo>
                  <a:pt x="186492" y="1493576"/>
                </a:lnTo>
                <a:lnTo>
                  <a:pt x="180586" y="1408776"/>
                </a:lnTo>
                <a:lnTo>
                  <a:pt x="181167" y="1388115"/>
                </a:lnTo>
                <a:lnTo>
                  <a:pt x="180408" y="1373087"/>
                </a:lnTo>
                <a:lnTo>
                  <a:pt x="183073" y="1320311"/>
                </a:lnTo>
                <a:lnTo>
                  <a:pt x="183979" y="1288077"/>
                </a:lnTo>
                <a:lnTo>
                  <a:pt x="185178" y="1278633"/>
                </a:lnTo>
                <a:lnTo>
                  <a:pt x="186703" y="1248431"/>
                </a:lnTo>
                <a:cubicBezTo>
                  <a:pt x="249138" y="633642"/>
                  <a:pt x="768346" y="153887"/>
                  <a:pt x="1399608" y="153887"/>
                </a:cubicBezTo>
                <a:close/>
                <a:moveTo>
                  <a:pt x="823345" y="112930"/>
                </a:moveTo>
                <a:cubicBezTo>
                  <a:pt x="776673" y="141505"/>
                  <a:pt x="733810" y="172937"/>
                  <a:pt x="690948" y="207227"/>
                </a:cubicBezTo>
                <a:cubicBezTo>
                  <a:pt x="596650" y="265330"/>
                  <a:pt x="509973" y="333910"/>
                  <a:pt x="431868" y="411062"/>
                </a:cubicBezTo>
                <a:cubicBezTo>
                  <a:pt x="354715" y="489167"/>
                  <a:pt x="286135" y="575845"/>
                  <a:pt x="228985" y="670142"/>
                </a:cubicBezTo>
                <a:cubicBezTo>
                  <a:pt x="171835" y="765392"/>
                  <a:pt x="127068" y="866357"/>
                  <a:pt x="93730" y="971132"/>
                </a:cubicBezTo>
                <a:cubicBezTo>
                  <a:pt x="62298" y="1075907"/>
                  <a:pt x="42295" y="1185445"/>
                  <a:pt x="35628" y="1294982"/>
                </a:cubicBezTo>
                <a:cubicBezTo>
                  <a:pt x="28960" y="1404520"/>
                  <a:pt x="35628" y="1515010"/>
                  <a:pt x="55630" y="1623595"/>
                </a:cubicBezTo>
                <a:cubicBezTo>
                  <a:pt x="59440" y="1651217"/>
                  <a:pt x="67060" y="1677887"/>
                  <a:pt x="72775" y="1704557"/>
                </a:cubicBezTo>
                <a:cubicBezTo>
                  <a:pt x="75633" y="1717892"/>
                  <a:pt x="79443" y="1731227"/>
                  <a:pt x="83253" y="1744562"/>
                </a:cubicBezTo>
                <a:cubicBezTo>
                  <a:pt x="87063" y="1757897"/>
                  <a:pt x="90873" y="1771232"/>
                  <a:pt x="94683" y="1784567"/>
                </a:cubicBezTo>
                <a:cubicBezTo>
                  <a:pt x="111828" y="1836955"/>
                  <a:pt x="130878" y="1889342"/>
                  <a:pt x="153738" y="1938872"/>
                </a:cubicBezTo>
                <a:cubicBezTo>
                  <a:pt x="176598" y="1989355"/>
                  <a:pt x="203268" y="2036980"/>
                  <a:pt x="230890" y="2084605"/>
                </a:cubicBezTo>
                <a:cubicBezTo>
                  <a:pt x="260418" y="2131277"/>
                  <a:pt x="290898" y="2176997"/>
                  <a:pt x="325188" y="2219860"/>
                </a:cubicBezTo>
                <a:cubicBezTo>
                  <a:pt x="358525" y="2263675"/>
                  <a:pt x="396625" y="2304632"/>
                  <a:pt x="434725" y="2343685"/>
                </a:cubicBezTo>
                <a:cubicBezTo>
                  <a:pt x="474730" y="2381785"/>
                  <a:pt x="514735" y="2418932"/>
                  <a:pt x="558550" y="2452270"/>
                </a:cubicBezTo>
                <a:cubicBezTo>
                  <a:pt x="601413" y="2486560"/>
                  <a:pt x="647133" y="2517992"/>
                  <a:pt x="693805" y="2546567"/>
                </a:cubicBezTo>
                <a:lnTo>
                  <a:pt x="730000" y="2567522"/>
                </a:lnTo>
                <a:lnTo>
                  <a:pt x="748098" y="2578000"/>
                </a:lnTo>
                <a:lnTo>
                  <a:pt x="766195" y="2587525"/>
                </a:lnTo>
                <a:lnTo>
                  <a:pt x="803343" y="2606575"/>
                </a:lnTo>
                <a:cubicBezTo>
                  <a:pt x="815725" y="2612290"/>
                  <a:pt x="828108" y="2618005"/>
                  <a:pt x="840490" y="2623720"/>
                </a:cubicBezTo>
                <a:cubicBezTo>
                  <a:pt x="890020" y="2647532"/>
                  <a:pt x="942408" y="2665630"/>
                  <a:pt x="994795" y="2682775"/>
                </a:cubicBezTo>
                <a:cubicBezTo>
                  <a:pt x="1048135" y="2698967"/>
                  <a:pt x="1101475" y="2712302"/>
                  <a:pt x="1155768" y="2721827"/>
                </a:cubicBezTo>
                <a:cubicBezTo>
                  <a:pt x="1371985" y="2761832"/>
                  <a:pt x="1597728" y="2746592"/>
                  <a:pt x="1808230" y="2681822"/>
                </a:cubicBezTo>
                <a:cubicBezTo>
                  <a:pt x="1913005" y="2648485"/>
                  <a:pt x="2013970" y="2602765"/>
                  <a:pt x="2108268" y="2545615"/>
                </a:cubicBezTo>
                <a:cubicBezTo>
                  <a:pt x="2202565" y="2487512"/>
                  <a:pt x="2289243" y="2419885"/>
                  <a:pt x="2367348" y="2341780"/>
                </a:cubicBezTo>
                <a:cubicBezTo>
                  <a:pt x="2444500" y="2263675"/>
                  <a:pt x="2513080" y="2176997"/>
                  <a:pt x="2570230" y="2082700"/>
                </a:cubicBezTo>
                <a:cubicBezTo>
                  <a:pt x="2627380" y="1988402"/>
                  <a:pt x="2672148" y="1886485"/>
                  <a:pt x="2705485" y="1781710"/>
                </a:cubicBezTo>
                <a:cubicBezTo>
                  <a:pt x="2715963" y="1822667"/>
                  <a:pt x="2725488" y="1865530"/>
                  <a:pt x="2731203" y="1908392"/>
                </a:cubicBezTo>
                <a:cubicBezTo>
                  <a:pt x="2720725" y="1936015"/>
                  <a:pt x="2708343" y="1961732"/>
                  <a:pt x="2695960" y="1988402"/>
                </a:cubicBezTo>
                <a:cubicBezTo>
                  <a:pt x="2690245" y="2001737"/>
                  <a:pt x="2682625" y="2014120"/>
                  <a:pt x="2675958" y="2027455"/>
                </a:cubicBezTo>
                <a:cubicBezTo>
                  <a:pt x="2668338" y="2039837"/>
                  <a:pt x="2662623" y="2053172"/>
                  <a:pt x="2655003" y="2065555"/>
                </a:cubicBezTo>
                <a:cubicBezTo>
                  <a:pt x="2640715" y="2090320"/>
                  <a:pt x="2626428" y="2116037"/>
                  <a:pt x="2610235" y="2139850"/>
                </a:cubicBezTo>
                <a:lnTo>
                  <a:pt x="2586423" y="2176045"/>
                </a:lnTo>
                <a:lnTo>
                  <a:pt x="2560705" y="2211287"/>
                </a:lnTo>
                <a:cubicBezTo>
                  <a:pt x="2492125" y="2305585"/>
                  <a:pt x="2411163" y="2390357"/>
                  <a:pt x="2322580" y="2464652"/>
                </a:cubicBezTo>
                <a:cubicBezTo>
                  <a:pt x="2144463" y="2613242"/>
                  <a:pt x="1929198" y="2718017"/>
                  <a:pt x="1702503" y="2764690"/>
                </a:cubicBezTo>
                <a:cubicBezTo>
                  <a:pt x="1589155" y="2788502"/>
                  <a:pt x="1473903" y="2797075"/>
                  <a:pt x="1358650" y="2793265"/>
                </a:cubicBezTo>
                <a:cubicBezTo>
                  <a:pt x="1300548" y="2792312"/>
                  <a:pt x="1243398" y="2785645"/>
                  <a:pt x="1186248" y="2777072"/>
                </a:cubicBezTo>
                <a:cubicBezTo>
                  <a:pt x="1171960" y="2775167"/>
                  <a:pt x="1157673" y="2772310"/>
                  <a:pt x="1143385" y="2769452"/>
                </a:cubicBezTo>
                <a:cubicBezTo>
                  <a:pt x="1130050" y="2766595"/>
                  <a:pt x="1115763" y="2764690"/>
                  <a:pt x="1101475" y="2760880"/>
                </a:cubicBezTo>
                <a:cubicBezTo>
                  <a:pt x="1072900" y="2753260"/>
                  <a:pt x="1045278" y="2747545"/>
                  <a:pt x="1017655" y="2738972"/>
                </a:cubicBezTo>
                <a:lnTo>
                  <a:pt x="976698" y="2726590"/>
                </a:lnTo>
                <a:lnTo>
                  <a:pt x="935740" y="2712302"/>
                </a:lnTo>
                <a:cubicBezTo>
                  <a:pt x="908118" y="2702777"/>
                  <a:pt x="881448" y="2691347"/>
                  <a:pt x="854778" y="2680870"/>
                </a:cubicBezTo>
                <a:cubicBezTo>
                  <a:pt x="841443" y="2675155"/>
                  <a:pt x="829060" y="2668487"/>
                  <a:pt x="815725" y="2662772"/>
                </a:cubicBezTo>
                <a:cubicBezTo>
                  <a:pt x="802390" y="2656105"/>
                  <a:pt x="789055" y="2650390"/>
                  <a:pt x="776673" y="2643722"/>
                </a:cubicBezTo>
                <a:cubicBezTo>
                  <a:pt x="750955" y="2630387"/>
                  <a:pt x="725238" y="2618005"/>
                  <a:pt x="700473" y="2602765"/>
                </a:cubicBezTo>
                <a:cubicBezTo>
                  <a:pt x="688090" y="2595145"/>
                  <a:pt x="675708" y="2588477"/>
                  <a:pt x="663325" y="2580857"/>
                </a:cubicBezTo>
                <a:lnTo>
                  <a:pt x="627130" y="2557045"/>
                </a:lnTo>
                <a:lnTo>
                  <a:pt x="609033" y="2545615"/>
                </a:lnTo>
                <a:lnTo>
                  <a:pt x="591888" y="2533232"/>
                </a:lnTo>
                <a:lnTo>
                  <a:pt x="556645" y="2507515"/>
                </a:lnTo>
                <a:cubicBezTo>
                  <a:pt x="510925" y="2472272"/>
                  <a:pt x="467110" y="2435125"/>
                  <a:pt x="426153" y="2395120"/>
                </a:cubicBezTo>
                <a:cubicBezTo>
                  <a:pt x="384243" y="2355115"/>
                  <a:pt x="346143" y="2312252"/>
                  <a:pt x="309948" y="2268437"/>
                </a:cubicBezTo>
                <a:cubicBezTo>
                  <a:pt x="274705" y="2223670"/>
                  <a:pt x="240415" y="2176997"/>
                  <a:pt x="210888" y="2128420"/>
                </a:cubicBezTo>
                <a:cubicBezTo>
                  <a:pt x="195648" y="2104607"/>
                  <a:pt x="182313" y="2078890"/>
                  <a:pt x="168025" y="2054125"/>
                </a:cubicBezTo>
                <a:cubicBezTo>
                  <a:pt x="160405" y="2041742"/>
                  <a:pt x="154690" y="2028407"/>
                  <a:pt x="148023" y="2016025"/>
                </a:cubicBezTo>
                <a:cubicBezTo>
                  <a:pt x="141355" y="2003642"/>
                  <a:pt x="134688" y="1991260"/>
                  <a:pt x="128973" y="1977925"/>
                </a:cubicBezTo>
                <a:lnTo>
                  <a:pt x="111828" y="1938872"/>
                </a:lnTo>
                <a:cubicBezTo>
                  <a:pt x="108970" y="1932205"/>
                  <a:pt x="106113" y="1925537"/>
                  <a:pt x="103255" y="1918870"/>
                </a:cubicBezTo>
                <a:lnTo>
                  <a:pt x="95635" y="1898867"/>
                </a:lnTo>
                <a:lnTo>
                  <a:pt x="80395" y="1858862"/>
                </a:lnTo>
                <a:cubicBezTo>
                  <a:pt x="75633" y="1845527"/>
                  <a:pt x="71823" y="1831240"/>
                  <a:pt x="67060" y="1817905"/>
                </a:cubicBezTo>
                <a:cubicBezTo>
                  <a:pt x="57535" y="1791235"/>
                  <a:pt x="50868" y="1763612"/>
                  <a:pt x="43248" y="1735990"/>
                </a:cubicBezTo>
                <a:cubicBezTo>
                  <a:pt x="39438" y="1721702"/>
                  <a:pt x="36580" y="1708367"/>
                  <a:pt x="33723" y="1694080"/>
                </a:cubicBezTo>
                <a:cubicBezTo>
                  <a:pt x="30865" y="1679792"/>
                  <a:pt x="28008" y="1666457"/>
                  <a:pt x="25150" y="1652170"/>
                </a:cubicBezTo>
                <a:cubicBezTo>
                  <a:pt x="14673" y="1595972"/>
                  <a:pt x="6100" y="1539775"/>
                  <a:pt x="3243" y="1482625"/>
                </a:cubicBezTo>
                <a:cubicBezTo>
                  <a:pt x="-4377" y="1369277"/>
                  <a:pt x="1338" y="1254977"/>
                  <a:pt x="21340" y="1142582"/>
                </a:cubicBezTo>
                <a:lnTo>
                  <a:pt x="28960" y="1100672"/>
                </a:lnTo>
                <a:cubicBezTo>
                  <a:pt x="31818" y="1086385"/>
                  <a:pt x="35628" y="1073050"/>
                  <a:pt x="38485" y="1058762"/>
                </a:cubicBezTo>
                <a:cubicBezTo>
                  <a:pt x="42295" y="1045427"/>
                  <a:pt x="45153" y="1031140"/>
                  <a:pt x="48963" y="1017805"/>
                </a:cubicBezTo>
                <a:lnTo>
                  <a:pt x="61345" y="976847"/>
                </a:lnTo>
                <a:cubicBezTo>
                  <a:pt x="63250" y="970180"/>
                  <a:pt x="65155" y="963512"/>
                  <a:pt x="67060" y="956845"/>
                </a:cubicBezTo>
                <a:lnTo>
                  <a:pt x="73728" y="935890"/>
                </a:lnTo>
                <a:lnTo>
                  <a:pt x="88015" y="895885"/>
                </a:lnTo>
                <a:cubicBezTo>
                  <a:pt x="93730" y="882550"/>
                  <a:pt x="98493" y="869215"/>
                  <a:pt x="104208" y="855880"/>
                </a:cubicBezTo>
                <a:cubicBezTo>
                  <a:pt x="108970" y="842545"/>
                  <a:pt x="114685" y="829210"/>
                  <a:pt x="120400" y="816827"/>
                </a:cubicBezTo>
                <a:cubicBezTo>
                  <a:pt x="132783" y="791110"/>
                  <a:pt x="144213" y="765392"/>
                  <a:pt x="157548" y="740627"/>
                </a:cubicBezTo>
                <a:cubicBezTo>
                  <a:pt x="164215" y="728245"/>
                  <a:pt x="170883" y="715862"/>
                  <a:pt x="177550" y="703480"/>
                </a:cubicBezTo>
                <a:lnTo>
                  <a:pt x="199458" y="666332"/>
                </a:lnTo>
                <a:cubicBezTo>
                  <a:pt x="207078" y="653950"/>
                  <a:pt x="214698" y="641567"/>
                  <a:pt x="222318" y="630137"/>
                </a:cubicBezTo>
                <a:lnTo>
                  <a:pt x="245178" y="594895"/>
                </a:lnTo>
                <a:lnTo>
                  <a:pt x="269943" y="560605"/>
                </a:lnTo>
                <a:cubicBezTo>
                  <a:pt x="278515" y="548222"/>
                  <a:pt x="287088" y="536792"/>
                  <a:pt x="295660" y="526315"/>
                </a:cubicBezTo>
                <a:cubicBezTo>
                  <a:pt x="365193" y="437732"/>
                  <a:pt x="445203" y="356770"/>
                  <a:pt x="533785" y="287237"/>
                </a:cubicBezTo>
                <a:cubicBezTo>
                  <a:pt x="623320" y="217705"/>
                  <a:pt x="720475" y="158650"/>
                  <a:pt x="823345" y="112930"/>
                </a:cubicBezTo>
                <a:close/>
                <a:moveTo>
                  <a:pt x="1879668" y="109120"/>
                </a:moveTo>
                <a:cubicBezTo>
                  <a:pt x="1896813" y="113882"/>
                  <a:pt x="1914910" y="118645"/>
                  <a:pt x="1932055" y="124360"/>
                </a:cubicBezTo>
                <a:lnTo>
                  <a:pt x="1984443" y="142457"/>
                </a:lnTo>
                <a:cubicBezTo>
                  <a:pt x="2144463" y="219610"/>
                  <a:pt x="2288290" y="328195"/>
                  <a:pt x="2406400" y="459640"/>
                </a:cubicBezTo>
                <a:lnTo>
                  <a:pt x="2376873" y="432970"/>
                </a:lnTo>
                <a:cubicBezTo>
                  <a:pt x="2366395" y="424397"/>
                  <a:pt x="2356870" y="415825"/>
                  <a:pt x="2346393" y="407252"/>
                </a:cubicBezTo>
                <a:cubicBezTo>
                  <a:pt x="2213043" y="277712"/>
                  <a:pt x="2053975" y="174842"/>
                  <a:pt x="1879668" y="109120"/>
                </a:cubicBezTo>
                <a:close/>
                <a:moveTo>
                  <a:pt x="1596775" y="107215"/>
                </a:moveTo>
                <a:lnTo>
                  <a:pt x="1618682" y="107215"/>
                </a:lnTo>
                <a:lnTo>
                  <a:pt x="1658687" y="114835"/>
                </a:lnTo>
                <a:lnTo>
                  <a:pt x="1698692" y="124360"/>
                </a:lnTo>
                <a:lnTo>
                  <a:pt x="1718695" y="129122"/>
                </a:lnTo>
                <a:cubicBezTo>
                  <a:pt x="1725362" y="131027"/>
                  <a:pt x="1732030" y="132932"/>
                  <a:pt x="1738697" y="134837"/>
                </a:cubicBezTo>
                <a:lnTo>
                  <a:pt x="1777750" y="146267"/>
                </a:lnTo>
                <a:cubicBezTo>
                  <a:pt x="1829185" y="163412"/>
                  <a:pt x="1880620" y="182462"/>
                  <a:pt x="1930150" y="206275"/>
                </a:cubicBezTo>
                <a:cubicBezTo>
                  <a:pt x="2030162" y="251995"/>
                  <a:pt x="2122555" y="312002"/>
                  <a:pt x="2206375" y="381535"/>
                </a:cubicBezTo>
                <a:cubicBezTo>
                  <a:pt x="2199707" y="377725"/>
                  <a:pt x="2192087" y="374867"/>
                  <a:pt x="2185420" y="371057"/>
                </a:cubicBezTo>
                <a:cubicBezTo>
                  <a:pt x="2182562" y="369152"/>
                  <a:pt x="2178752" y="367247"/>
                  <a:pt x="2175895" y="365342"/>
                </a:cubicBezTo>
                <a:cubicBezTo>
                  <a:pt x="1990157" y="222467"/>
                  <a:pt x="1764415" y="131980"/>
                  <a:pt x="1532005" y="108167"/>
                </a:cubicBezTo>
                <a:lnTo>
                  <a:pt x="1574867" y="108167"/>
                </a:lnTo>
                <a:close/>
                <a:moveTo>
                  <a:pt x="1399607" y="81497"/>
                </a:moveTo>
                <a:lnTo>
                  <a:pt x="1348172" y="89117"/>
                </a:lnTo>
                <a:lnTo>
                  <a:pt x="1334837" y="91022"/>
                </a:lnTo>
                <a:lnTo>
                  <a:pt x="1321502" y="93879"/>
                </a:lnTo>
                <a:lnTo>
                  <a:pt x="1295785" y="99594"/>
                </a:lnTo>
                <a:cubicBezTo>
                  <a:pt x="1142432" y="111977"/>
                  <a:pt x="991937" y="151982"/>
                  <a:pt x="853825" y="217704"/>
                </a:cubicBezTo>
                <a:cubicBezTo>
                  <a:pt x="715712" y="282474"/>
                  <a:pt x="589030" y="373914"/>
                  <a:pt x="482350" y="483452"/>
                </a:cubicBezTo>
                <a:cubicBezTo>
                  <a:pt x="525212" y="428207"/>
                  <a:pt x="572837" y="375819"/>
                  <a:pt x="626177" y="327242"/>
                </a:cubicBezTo>
                <a:cubicBezTo>
                  <a:pt x="681422" y="286284"/>
                  <a:pt x="741430" y="251042"/>
                  <a:pt x="802390" y="219609"/>
                </a:cubicBezTo>
                <a:cubicBezTo>
                  <a:pt x="833822" y="204369"/>
                  <a:pt x="865255" y="190082"/>
                  <a:pt x="896687" y="176747"/>
                </a:cubicBezTo>
                <a:lnTo>
                  <a:pt x="945265" y="158649"/>
                </a:lnTo>
                <a:cubicBezTo>
                  <a:pt x="960505" y="152934"/>
                  <a:pt x="977650" y="148172"/>
                  <a:pt x="993842" y="142457"/>
                </a:cubicBezTo>
                <a:cubicBezTo>
                  <a:pt x="1059565" y="122454"/>
                  <a:pt x="1127192" y="105309"/>
                  <a:pt x="1194820" y="95784"/>
                </a:cubicBezTo>
                <a:cubicBezTo>
                  <a:pt x="1262447" y="86259"/>
                  <a:pt x="1331027" y="81497"/>
                  <a:pt x="1399607" y="81497"/>
                </a:cubicBezTo>
                <a:close/>
                <a:moveTo>
                  <a:pt x="1362475" y="222"/>
                </a:moveTo>
                <a:cubicBezTo>
                  <a:pt x="1504681" y="-2323"/>
                  <a:pt x="1647020" y="16965"/>
                  <a:pt x="1783465" y="57685"/>
                </a:cubicBezTo>
                <a:cubicBezTo>
                  <a:pt x="1771083" y="55780"/>
                  <a:pt x="1758700" y="53875"/>
                  <a:pt x="1748223" y="51970"/>
                </a:cubicBezTo>
                <a:cubicBezTo>
                  <a:pt x="1735840" y="50065"/>
                  <a:pt x="1723458" y="49112"/>
                  <a:pt x="1711075" y="48160"/>
                </a:cubicBezTo>
                <a:cubicBezTo>
                  <a:pt x="1678690" y="39587"/>
                  <a:pt x="1645353" y="33872"/>
                  <a:pt x="1612015" y="28157"/>
                </a:cubicBezTo>
                <a:cubicBezTo>
                  <a:pt x="1594870" y="26252"/>
                  <a:pt x="1578678" y="23395"/>
                  <a:pt x="1561533" y="21490"/>
                </a:cubicBezTo>
                <a:cubicBezTo>
                  <a:pt x="1544388" y="19585"/>
                  <a:pt x="1528195" y="17680"/>
                  <a:pt x="1511050" y="16727"/>
                </a:cubicBezTo>
                <a:cubicBezTo>
                  <a:pt x="1493905" y="15775"/>
                  <a:pt x="1477713" y="12917"/>
                  <a:pt x="1460568" y="12917"/>
                </a:cubicBezTo>
                <a:lnTo>
                  <a:pt x="1410085" y="11012"/>
                </a:lnTo>
                <a:cubicBezTo>
                  <a:pt x="1392940" y="11012"/>
                  <a:pt x="1376748" y="11965"/>
                  <a:pt x="1359603" y="11965"/>
                </a:cubicBezTo>
                <a:lnTo>
                  <a:pt x="1333885" y="12917"/>
                </a:lnTo>
                <a:cubicBezTo>
                  <a:pt x="1326265" y="13870"/>
                  <a:pt x="1317693" y="13870"/>
                  <a:pt x="1309120" y="14822"/>
                </a:cubicBezTo>
                <a:cubicBezTo>
                  <a:pt x="1173865" y="22442"/>
                  <a:pt x="1040515" y="51017"/>
                  <a:pt x="913833" y="98642"/>
                </a:cubicBezTo>
                <a:cubicBezTo>
                  <a:pt x="921453" y="94832"/>
                  <a:pt x="927168" y="91975"/>
                  <a:pt x="931930" y="89117"/>
                </a:cubicBezTo>
                <a:cubicBezTo>
                  <a:pt x="936693" y="87212"/>
                  <a:pt x="941455" y="84355"/>
                  <a:pt x="946218" y="82450"/>
                </a:cubicBezTo>
                <a:cubicBezTo>
                  <a:pt x="955743" y="77687"/>
                  <a:pt x="965268" y="72925"/>
                  <a:pt x="982413" y="66257"/>
                </a:cubicBezTo>
                <a:cubicBezTo>
                  <a:pt x="990985" y="62447"/>
                  <a:pt x="1001463" y="58637"/>
                  <a:pt x="1013845" y="54827"/>
                </a:cubicBezTo>
                <a:cubicBezTo>
                  <a:pt x="1026228" y="51017"/>
                  <a:pt x="1041468" y="45302"/>
                  <a:pt x="1060518" y="40540"/>
                </a:cubicBezTo>
                <a:cubicBezTo>
                  <a:pt x="1079568" y="35777"/>
                  <a:pt x="1101475" y="30062"/>
                  <a:pt x="1128145" y="24347"/>
                </a:cubicBezTo>
                <a:cubicBezTo>
                  <a:pt x="1141480" y="22442"/>
                  <a:pt x="1155768" y="19585"/>
                  <a:pt x="1171008" y="16727"/>
                </a:cubicBezTo>
                <a:cubicBezTo>
                  <a:pt x="1178628" y="15775"/>
                  <a:pt x="1186248" y="13870"/>
                  <a:pt x="1194820" y="12917"/>
                </a:cubicBezTo>
                <a:cubicBezTo>
                  <a:pt x="1202440" y="11965"/>
                  <a:pt x="1211965" y="11012"/>
                  <a:pt x="1220538" y="10060"/>
                </a:cubicBezTo>
                <a:cubicBezTo>
                  <a:pt x="1267687" y="4345"/>
                  <a:pt x="1315074" y="1071"/>
                  <a:pt x="1362475" y="222"/>
                </a:cubicBezTo>
                <a:close/>
              </a:path>
            </a:pathLst>
          </a:custGeom>
          <a:solidFill>
            <a:schemeClr val="accent5"/>
          </a:solidFill>
          <a:ln w="9525" cap="flat">
            <a:noFill/>
            <a:prstDash val="solid"/>
            <a:miter/>
          </a:ln>
        </p:spPr>
        <p:txBody>
          <a:bodyPr rtlCol="0" anchor="ctr"/>
          <a:lstStyle/>
          <a:p>
            <a:endParaRPr lang="en-US" noProof="0" dirty="0"/>
          </a:p>
        </p:txBody>
      </p:sp>
      <p:sp>
        <p:nvSpPr>
          <p:cNvPr id="5" name="Text Placeholder 4">
            <a:extLst>
              <a:ext uri="{FF2B5EF4-FFF2-40B4-BE49-F238E27FC236}">
                <a16:creationId xmlns:a16="http://schemas.microsoft.com/office/drawing/2014/main" xmlns="" id="{D52B871F-F800-4B02-8408-FF5D438CFEC4}"/>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Picture Placeholder 15">
            <a:extLst>
              <a:ext uri="{FF2B5EF4-FFF2-40B4-BE49-F238E27FC236}">
                <a16:creationId xmlns:a16="http://schemas.microsoft.com/office/drawing/2014/main" xmlns="" id="{9BEFB849-10AA-4702-9225-F101A3158C66}"/>
              </a:ext>
            </a:extLst>
          </p:cNvPr>
          <p:cNvSpPr>
            <a:spLocks noGrp="1"/>
          </p:cNvSpPr>
          <p:nvPr>
            <p:ph type="pic" sz="quarter" idx="41" hasCustomPrompt="1"/>
          </p:nvPr>
        </p:nvSpPr>
        <p:spPr>
          <a:xfrm>
            <a:off x="1494358"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6" name="Text Placeholder 8">
            <a:extLst>
              <a:ext uri="{FF2B5EF4-FFF2-40B4-BE49-F238E27FC236}">
                <a16:creationId xmlns:a16="http://schemas.microsoft.com/office/drawing/2014/main" xmlns="" id="{F1427EE8-A6A1-4664-99FB-B4F84FEE6037}"/>
              </a:ext>
            </a:extLst>
          </p:cNvPr>
          <p:cNvSpPr>
            <a:spLocks noGrp="1"/>
          </p:cNvSpPr>
          <p:nvPr>
            <p:ph type="body" sz="quarter" idx="17" hasCustomPrompt="1"/>
          </p:nvPr>
        </p:nvSpPr>
        <p:spPr>
          <a:xfrm>
            <a:off x="995254"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xmlns="" id="{A9EE837D-7E70-4B33-89AA-1B0A10FAEEFD}"/>
              </a:ext>
            </a:extLst>
          </p:cNvPr>
          <p:cNvSpPr>
            <a:spLocks noGrp="1"/>
          </p:cNvSpPr>
          <p:nvPr>
            <p:ph type="body" sz="quarter" idx="18" hasCustomPrompt="1"/>
          </p:nvPr>
        </p:nvSpPr>
        <p:spPr>
          <a:xfrm>
            <a:off x="995254"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8" name="Picture Placeholder 15">
            <a:extLst>
              <a:ext uri="{FF2B5EF4-FFF2-40B4-BE49-F238E27FC236}">
                <a16:creationId xmlns:a16="http://schemas.microsoft.com/office/drawing/2014/main" xmlns="" id="{950FDCA0-F98B-4045-84D2-96B0C07C3261}"/>
              </a:ext>
            </a:extLst>
          </p:cNvPr>
          <p:cNvSpPr>
            <a:spLocks noGrp="1"/>
          </p:cNvSpPr>
          <p:nvPr>
            <p:ph type="pic" sz="quarter" idx="47" hasCustomPrompt="1"/>
          </p:nvPr>
        </p:nvSpPr>
        <p:spPr>
          <a:xfrm>
            <a:off x="3625217"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9" name="Text Placeholder 8">
            <a:extLst>
              <a:ext uri="{FF2B5EF4-FFF2-40B4-BE49-F238E27FC236}">
                <a16:creationId xmlns:a16="http://schemas.microsoft.com/office/drawing/2014/main" xmlns="" id="{FAC72777-DABE-4857-9555-EC68421F02A3}"/>
              </a:ext>
            </a:extLst>
          </p:cNvPr>
          <p:cNvSpPr>
            <a:spLocks noGrp="1"/>
          </p:cNvSpPr>
          <p:nvPr>
            <p:ph type="body" sz="quarter" idx="33" hasCustomPrompt="1"/>
          </p:nvPr>
        </p:nvSpPr>
        <p:spPr>
          <a:xfrm>
            <a:off x="3126113"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xmlns="" id="{F5D4A1CD-8452-4E28-8B2B-1A89277B89BF}"/>
              </a:ext>
            </a:extLst>
          </p:cNvPr>
          <p:cNvSpPr>
            <a:spLocks noGrp="1"/>
          </p:cNvSpPr>
          <p:nvPr>
            <p:ph type="body" sz="quarter" idx="34" hasCustomPrompt="1"/>
          </p:nvPr>
        </p:nvSpPr>
        <p:spPr>
          <a:xfrm>
            <a:off x="3126113"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xmlns="" id="{6C44DD27-06F8-5E4B-A3C6-697621E92BE8}"/>
              </a:ext>
            </a:extLst>
          </p:cNvPr>
          <p:cNvSpPr>
            <a:spLocks noGrp="1"/>
          </p:cNvSpPr>
          <p:nvPr>
            <p:ph type="pic" sz="quarter" idx="48" hasCustomPrompt="1"/>
          </p:nvPr>
        </p:nvSpPr>
        <p:spPr>
          <a:xfrm>
            <a:off x="575607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1" name="Text Placeholder 8">
            <a:extLst>
              <a:ext uri="{FF2B5EF4-FFF2-40B4-BE49-F238E27FC236}">
                <a16:creationId xmlns:a16="http://schemas.microsoft.com/office/drawing/2014/main" xmlns="" id="{86592013-2150-45F9-9877-1E4E3C1AFC32}"/>
              </a:ext>
            </a:extLst>
          </p:cNvPr>
          <p:cNvSpPr>
            <a:spLocks noGrp="1"/>
          </p:cNvSpPr>
          <p:nvPr>
            <p:ph type="body" sz="quarter" idx="35" hasCustomPrompt="1"/>
          </p:nvPr>
        </p:nvSpPr>
        <p:spPr>
          <a:xfrm>
            <a:off x="525697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xmlns="" id="{3A7F7E8E-86F4-45B9-8D2D-E2C1A4FF3612}"/>
              </a:ext>
            </a:extLst>
          </p:cNvPr>
          <p:cNvSpPr>
            <a:spLocks noGrp="1"/>
          </p:cNvSpPr>
          <p:nvPr>
            <p:ph type="body" sz="quarter" idx="36" hasCustomPrompt="1"/>
          </p:nvPr>
        </p:nvSpPr>
        <p:spPr>
          <a:xfrm>
            <a:off x="525697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xmlns="" id="{B5386843-2347-C744-B933-1DD36A7C8E7D}"/>
              </a:ext>
            </a:extLst>
          </p:cNvPr>
          <p:cNvSpPr>
            <a:spLocks noGrp="1"/>
          </p:cNvSpPr>
          <p:nvPr>
            <p:ph type="pic" sz="quarter" idx="49" hasCustomPrompt="1"/>
          </p:nvPr>
        </p:nvSpPr>
        <p:spPr>
          <a:xfrm>
            <a:off x="7886935"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3" name="Text Placeholder 8">
            <a:extLst>
              <a:ext uri="{FF2B5EF4-FFF2-40B4-BE49-F238E27FC236}">
                <a16:creationId xmlns:a16="http://schemas.microsoft.com/office/drawing/2014/main" xmlns="" id="{B788C19C-2FDB-4A6C-969F-32022D374E97}"/>
              </a:ext>
            </a:extLst>
          </p:cNvPr>
          <p:cNvSpPr>
            <a:spLocks noGrp="1"/>
          </p:cNvSpPr>
          <p:nvPr>
            <p:ph type="body" sz="quarter" idx="37" hasCustomPrompt="1"/>
          </p:nvPr>
        </p:nvSpPr>
        <p:spPr>
          <a:xfrm>
            <a:off x="7387831"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xmlns="" id="{CCD08E75-AE8E-4E97-AD27-167DA938152E}"/>
              </a:ext>
            </a:extLst>
          </p:cNvPr>
          <p:cNvSpPr>
            <a:spLocks noGrp="1"/>
          </p:cNvSpPr>
          <p:nvPr>
            <p:ph type="body" sz="quarter" idx="38" hasCustomPrompt="1"/>
          </p:nvPr>
        </p:nvSpPr>
        <p:spPr>
          <a:xfrm>
            <a:off x="7387831"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1" name="Picture Placeholder 15">
            <a:extLst>
              <a:ext uri="{FF2B5EF4-FFF2-40B4-BE49-F238E27FC236}">
                <a16:creationId xmlns:a16="http://schemas.microsoft.com/office/drawing/2014/main" xmlns="" id="{A768E49A-CED3-8F42-97CF-C7E360393704}"/>
              </a:ext>
            </a:extLst>
          </p:cNvPr>
          <p:cNvSpPr>
            <a:spLocks noGrp="1"/>
          </p:cNvSpPr>
          <p:nvPr>
            <p:ph type="pic" sz="quarter" idx="50" hasCustomPrompt="1"/>
          </p:nvPr>
        </p:nvSpPr>
        <p:spPr>
          <a:xfrm>
            <a:off x="10017793"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5" name="Text Placeholder 8">
            <a:extLst>
              <a:ext uri="{FF2B5EF4-FFF2-40B4-BE49-F238E27FC236}">
                <a16:creationId xmlns:a16="http://schemas.microsoft.com/office/drawing/2014/main" xmlns="" id="{3A12930B-8731-45E4-B3E3-DC1419155EC3}"/>
              </a:ext>
            </a:extLst>
          </p:cNvPr>
          <p:cNvSpPr>
            <a:spLocks noGrp="1"/>
          </p:cNvSpPr>
          <p:nvPr>
            <p:ph type="body" sz="quarter" idx="39" hasCustomPrompt="1"/>
          </p:nvPr>
        </p:nvSpPr>
        <p:spPr>
          <a:xfrm>
            <a:off x="9518689"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xmlns="" id="{5E102C08-A9A7-47C6-82C1-58FFBD85289D}"/>
              </a:ext>
            </a:extLst>
          </p:cNvPr>
          <p:cNvSpPr>
            <a:spLocks noGrp="1"/>
          </p:cNvSpPr>
          <p:nvPr>
            <p:ph type="body" sz="quarter" idx="40" hasCustomPrompt="1"/>
          </p:nvPr>
        </p:nvSpPr>
        <p:spPr>
          <a:xfrm>
            <a:off x="9518689"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7" name="Footer Placeholder 6">
            <a:extLst>
              <a:ext uri="{FF2B5EF4-FFF2-40B4-BE49-F238E27FC236}">
                <a16:creationId xmlns:a16="http://schemas.microsoft.com/office/drawing/2014/main" xmlns="" id="{69623CB6-6560-48C0-ADDF-15C11E875859}"/>
              </a:ext>
            </a:extLst>
          </p:cNvPr>
          <p:cNvSpPr>
            <a:spLocks noGrp="1"/>
          </p:cNvSpPr>
          <p:nvPr>
            <p:ph type="ftr" sz="quarter" idx="51"/>
          </p:nvPr>
        </p:nvSpPr>
        <p:spPr/>
        <p:txBody>
          <a:bodyPr/>
          <a:lstStyle/>
          <a:p>
            <a:endParaRPr lang="en-US" noProof="0" dirty="0"/>
          </a:p>
        </p:txBody>
      </p:sp>
      <p:sp>
        <p:nvSpPr>
          <p:cNvPr id="18" name="Slide Number Placeholder 17">
            <a:extLst>
              <a:ext uri="{FF2B5EF4-FFF2-40B4-BE49-F238E27FC236}">
                <a16:creationId xmlns:a16="http://schemas.microsoft.com/office/drawing/2014/main" xmlns="" id="{495C810C-AE5F-4460-9E04-B9E70C479FE6}"/>
              </a:ext>
            </a:extLst>
          </p:cNvPr>
          <p:cNvSpPr>
            <a:spLocks noGrp="1"/>
          </p:cNvSpPr>
          <p:nvPr>
            <p:ph type="sldNum" sz="quarter" idx="52"/>
          </p:nvPr>
        </p:nvSpPr>
        <p:spPr/>
        <p:txBody>
          <a:bodyPr/>
          <a:lstStyle>
            <a:lvl1pPr algn="ctr">
              <a:defRPr/>
            </a:lvl1pPr>
          </a:lstStyle>
          <a:p>
            <a:fld id="{B67B645E-C5E5-4727-B977-D372A0AA71D9}" type="slidenum">
              <a:rPr lang="en-US" noProof="0" smtClean="0"/>
              <a:pPr/>
              <a:t>‹#›</a:t>
            </a:fld>
            <a:endParaRPr lang="en-US" noProof="0" dirty="0"/>
          </a:p>
        </p:txBody>
      </p:sp>
      <p:sp>
        <p:nvSpPr>
          <p:cNvPr id="19" name="Title 18">
            <a:extLst>
              <a:ext uri="{FF2B5EF4-FFF2-40B4-BE49-F238E27FC236}">
                <a16:creationId xmlns:a16="http://schemas.microsoft.com/office/drawing/2014/main" xmlns="" id="{38C3E6C6-AC4D-4596-8441-DAB1F5F85FC7}"/>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4008266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ullets as Icons 3X Option 2">
    <p:bg>
      <p:bgPr>
        <a:solidFill>
          <a:schemeClr val="bg1">
            <a:lumMod val="95000"/>
          </a:schemeClr>
        </a:solidFill>
        <a:effectLst/>
      </p:bgPr>
    </p:bg>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xmlns="" id="{21E6B2EE-94FF-4E25-9CFC-F43E65B96870}"/>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accent3">
                  <a:lumMod val="75000"/>
                </a:schemeClr>
              </a:gs>
              <a:gs pos="100000">
                <a:schemeClr val="accent3">
                  <a:lumMod val="50000"/>
                </a:schemeClr>
              </a:gs>
            </a:gsLst>
            <a:path path="circle">
              <a:fillToRect l="100000" b="100000"/>
            </a:path>
            <a:tileRect t="-100000" r="-100000"/>
          </a:gradFill>
          <a:ln w="9525" cap="flat">
            <a:noFill/>
            <a:prstDash val="solid"/>
            <a:miter/>
          </a:ln>
        </p:spPr>
        <p:txBody>
          <a:bodyPr wrap="square" rtlCol="0" anchor="ctr">
            <a:noAutofit/>
          </a:bodyPr>
          <a:lstStyle/>
          <a:p>
            <a:pPr lvl="0"/>
            <a:endParaRPr lang="en-US" noProof="0" dirty="0">
              <a:solidFill>
                <a:schemeClr val="tx1"/>
              </a:solidFill>
            </a:endParaRPr>
          </a:p>
        </p:txBody>
      </p:sp>
      <p:sp>
        <p:nvSpPr>
          <p:cNvPr id="21" name="Text Placeholder 10">
            <a:extLst>
              <a:ext uri="{FF2B5EF4-FFF2-40B4-BE49-F238E27FC236}">
                <a16:creationId xmlns:a16="http://schemas.microsoft.com/office/drawing/2014/main" xmlns="" id="{903C64D8-B655-49E0-A776-8C6594DF12C9}"/>
              </a:ext>
            </a:extLst>
          </p:cNvPr>
          <p:cNvSpPr>
            <a:spLocks noGrp="1"/>
          </p:cNvSpPr>
          <p:nvPr>
            <p:ph type="body" sz="quarter" idx="36" hasCustomPrompt="1"/>
          </p:nvPr>
        </p:nvSpPr>
        <p:spPr>
          <a:xfrm>
            <a:off x="4693518"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Freeform: Shape 28">
            <a:extLst>
              <a:ext uri="{FF2B5EF4-FFF2-40B4-BE49-F238E27FC236}">
                <a16:creationId xmlns:a16="http://schemas.microsoft.com/office/drawing/2014/main" xmlns="" id="{6568F6D3-D653-4EBC-84EA-616F26727B1F}"/>
              </a:ext>
            </a:extLst>
          </p:cNvPr>
          <p:cNvSpPr>
            <a:spLocks noChangeAspect="1"/>
          </p:cNvSpPr>
          <p:nvPr userDrawn="1"/>
        </p:nvSpPr>
        <p:spPr>
          <a:xfrm>
            <a:off x="469310" y="2429248"/>
            <a:ext cx="1544981" cy="15246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xmlns="" id="{E8804C91-5A62-45D4-8E78-D339079F58C7}"/>
              </a:ext>
            </a:extLst>
          </p:cNvPr>
          <p:cNvSpPr>
            <a:spLocks noChangeAspect="1"/>
          </p:cNvSpPr>
          <p:nvPr userDrawn="1"/>
        </p:nvSpPr>
        <p:spPr>
          <a:xfrm>
            <a:off x="2356714" y="2176927"/>
            <a:ext cx="2031890" cy="2029243"/>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xmlns="" id="{57BED22A-EAD3-4A7D-8DF2-A71E2A1C7E4A}"/>
              </a:ext>
            </a:extLst>
          </p:cNvPr>
          <p:cNvSpPr>
            <a:spLocks noChangeAspect="1"/>
          </p:cNvSpPr>
          <p:nvPr userDrawn="1"/>
        </p:nvSpPr>
        <p:spPr>
          <a:xfrm>
            <a:off x="4753268" y="2429248"/>
            <a:ext cx="1500501" cy="152460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34" name="Picture Placeholder 15">
            <a:extLst>
              <a:ext uri="{FF2B5EF4-FFF2-40B4-BE49-F238E27FC236}">
                <a16:creationId xmlns:a16="http://schemas.microsoft.com/office/drawing/2014/main" xmlns="" id="{58E0D31A-DD56-EF4B-A0DC-8130892CA19D}"/>
              </a:ext>
            </a:extLst>
          </p:cNvPr>
          <p:cNvSpPr>
            <a:spLocks noGrp="1"/>
          </p:cNvSpPr>
          <p:nvPr>
            <p:ph type="pic" sz="quarter" idx="45" hasCustomPrompt="1"/>
          </p:nvPr>
        </p:nvSpPr>
        <p:spPr>
          <a:xfrm>
            <a:off x="931393"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6" name="Text Placeholder 8">
            <a:extLst>
              <a:ext uri="{FF2B5EF4-FFF2-40B4-BE49-F238E27FC236}">
                <a16:creationId xmlns:a16="http://schemas.microsoft.com/office/drawing/2014/main" xmlns="" id="{DB2281E6-0C7F-4B74-AABC-FC737C5B9605}"/>
              </a:ext>
            </a:extLst>
          </p:cNvPr>
          <p:cNvSpPr>
            <a:spLocks noGrp="1"/>
          </p:cNvSpPr>
          <p:nvPr>
            <p:ph type="body" sz="quarter" idx="17" hasCustomPrompt="1"/>
          </p:nvPr>
        </p:nvSpPr>
        <p:spPr>
          <a:xfrm>
            <a:off x="431800"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xmlns="" id="{0A536C56-F4CA-43D8-98A9-E597F5B81368}"/>
              </a:ext>
            </a:extLst>
          </p:cNvPr>
          <p:cNvSpPr>
            <a:spLocks noGrp="1"/>
          </p:cNvSpPr>
          <p:nvPr>
            <p:ph type="body" sz="quarter" idx="18" hasCustomPrompt="1"/>
          </p:nvPr>
        </p:nvSpPr>
        <p:spPr>
          <a:xfrm>
            <a:off x="431800"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Picture Placeholder 15">
            <a:extLst>
              <a:ext uri="{FF2B5EF4-FFF2-40B4-BE49-F238E27FC236}">
                <a16:creationId xmlns:a16="http://schemas.microsoft.com/office/drawing/2014/main" xmlns="" id="{49A7B2CE-81BA-D944-BE88-232214C60554}"/>
              </a:ext>
            </a:extLst>
          </p:cNvPr>
          <p:cNvSpPr>
            <a:spLocks noGrp="1"/>
          </p:cNvSpPr>
          <p:nvPr>
            <p:ph type="pic" sz="quarter" idx="47" hasCustomPrompt="1"/>
          </p:nvPr>
        </p:nvSpPr>
        <p:spPr>
          <a:xfrm>
            <a:off x="3062252"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8" name="Text Placeholder 8">
            <a:extLst>
              <a:ext uri="{FF2B5EF4-FFF2-40B4-BE49-F238E27FC236}">
                <a16:creationId xmlns:a16="http://schemas.microsoft.com/office/drawing/2014/main" xmlns="" id="{CC4D12C2-93C1-4E0C-B8E5-7ABB260F3F80}"/>
              </a:ext>
            </a:extLst>
          </p:cNvPr>
          <p:cNvSpPr>
            <a:spLocks noGrp="1"/>
          </p:cNvSpPr>
          <p:nvPr>
            <p:ph type="body" sz="quarter" idx="33" hasCustomPrompt="1"/>
          </p:nvPr>
        </p:nvSpPr>
        <p:spPr>
          <a:xfrm>
            <a:off x="2562659"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xmlns="" id="{11327781-DAAF-4F83-B459-FCB50CCFE896}"/>
              </a:ext>
            </a:extLst>
          </p:cNvPr>
          <p:cNvSpPr>
            <a:spLocks noGrp="1"/>
          </p:cNvSpPr>
          <p:nvPr>
            <p:ph type="body" sz="quarter" idx="34" hasCustomPrompt="1"/>
          </p:nvPr>
        </p:nvSpPr>
        <p:spPr>
          <a:xfrm>
            <a:off x="2562659"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Picture Placeholder 15">
            <a:extLst>
              <a:ext uri="{FF2B5EF4-FFF2-40B4-BE49-F238E27FC236}">
                <a16:creationId xmlns:a16="http://schemas.microsoft.com/office/drawing/2014/main" xmlns="" id="{7228B3AA-7CEF-C740-B9D8-656B168288C0}"/>
              </a:ext>
            </a:extLst>
          </p:cNvPr>
          <p:cNvSpPr>
            <a:spLocks noGrp="1"/>
          </p:cNvSpPr>
          <p:nvPr>
            <p:ph type="pic" sz="quarter" idx="48" hasCustomPrompt="1"/>
          </p:nvPr>
        </p:nvSpPr>
        <p:spPr>
          <a:xfrm>
            <a:off x="5193111"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20" name="Text Placeholder 8">
            <a:extLst>
              <a:ext uri="{FF2B5EF4-FFF2-40B4-BE49-F238E27FC236}">
                <a16:creationId xmlns:a16="http://schemas.microsoft.com/office/drawing/2014/main" xmlns="" id="{1BE88C8C-9E13-4109-9608-6DC4B7B0DF14}"/>
              </a:ext>
            </a:extLst>
          </p:cNvPr>
          <p:cNvSpPr>
            <a:spLocks noGrp="1"/>
          </p:cNvSpPr>
          <p:nvPr>
            <p:ph type="body" sz="quarter" idx="35" hasCustomPrompt="1"/>
          </p:nvPr>
        </p:nvSpPr>
        <p:spPr>
          <a:xfrm>
            <a:off x="4693518"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Footer Placeholder 3">
            <a:extLst>
              <a:ext uri="{FF2B5EF4-FFF2-40B4-BE49-F238E27FC236}">
                <a16:creationId xmlns:a16="http://schemas.microsoft.com/office/drawing/2014/main" xmlns="" id="{E6F9B1B6-16AC-4198-91CD-956BF735E11A}"/>
              </a:ext>
            </a:extLst>
          </p:cNvPr>
          <p:cNvSpPr>
            <a:spLocks noGrp="1"/>
          </p:cNvSpPr>
          <p:nvPr>
            <p:ph type="ftr" sz="quarter" idx="49"/>
          </p:nvPr>
        </p:nvSpPr>
        <p:spPr/>
        <p:txBody>
          <a:bodyPr/>
          <a:lstStyle/>
          <a:p>
            <a:endParaRPr lang="en-US" noProof="0" dirty="0"/>
          </a:p>
        </p:txBody>
      </p:sp>
      <p:sp>
        <p:nvSpPr>
          <p:cNvPr id="6" name="Slide Number Placeholder 5">
            <a:extLst>
              <a:ext uri="{FF2B5EF4-FFF2-40B4-BE49-F238E27FC236}">
                <a16:creationId xmlns:a16="http://schemas.microsoft.com/office/drawing/2014/main" xmlns="" id="{DFB6E3B4-3AEB-4DB1-B296-6271573D2FDF}"/>
              </a:ext>
            </a:extLst>
          </p:cNvPr>
          <p:cNvSpPr>
            <a:spLocks noGrp="1"/>
          </p:cNvSpPr>
          <p:nvPr>
            <p:ph type="sldNum" sz="quarter" idx="50"/>
          </p:nvPr>
        </p:nvSpPr>
        <p:spPr>
          <a:solidFill>
            <a:schemeClr val="tx1"/>
          </a:solidFill>
        </p:spPr>
        <p:txBody>
          <a:bodyPr/>
          <a:lstStyle>
            <a:lvl1pPr algn="ctr">
              <a:defRPr/>
            </a:lvl1pPr>
          </a:lstStyle>
          <a:p>
            <a:fld id="{B67B645E-C5E5-4727-B977-D372A0AA71D9}" type="slidenum">
              <a:rPr lang="en-US" noProof="0" smtClean="0"/>
              <a:pPr/>
              <a:t>‹#›</a:t>
            </a:fld>
            <a:endParaRPr lang="en-US" noProof="0" dirty="0"/>
          </a:p>
        </p:txBody>
      </p:sp>
      <p:pic>
        <p:nvPicPr>
          <p:cNvPr id="44" name="Picture 43">
            <a:extLst>
              <a:ext uri="{FF2B5EF4-FFF2-40B4-BE49-F238E27FC236}">
                <a16:creationId xmlns:a16="http://schemas.microsoft.com/office/drawing/2014/main" xmlns="" id="{42D97A27-82CC-4C99-A055-C3572732087B}"/>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486577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ullets as Icons 3X Option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xmlns="" id="{7CE00ECA-E657-40D0-AE56-3EC645DA4D07}"/>
              </a:ext>
            </a:extLst>
          </p:cNvPr>
          <p:cNvSpPr>
            <a:spLocks noChangeAspect="1"/>
          </p:cNvSpPr>
          <p:nvPr userDrawn="1"/>
        </p:nvSpPr>
        <p:spPr>
          <a:xfrm>
            <a:off x="2522438" y="2219689"/>
            <a:ext cx="1869427" cy="1844766"/>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xmlns="" id="{A5314C01-4824-49ED-B262-EE250BE8A44C}"/>
              </a:ext>
            </a:extLst>
          </p:cNvPr>
          <p:cNvSpPr>
            <a:spLocks noChangeAspect="1"/>
          </p:cNvSpPr>
          <p:nvPr userDrawn="1"/>
        </p:nvSpPr>
        <p:spPr>
          <a:xfrm>
            <a:off x="4866707" y="1914380"/>
            <a:ext cx="2458587" cy="2455384"/>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xmlns="" id="{0A68FBC7-3201-4DFF-B7E8-E2047CA06AA2}"/>
              </a:ext>
            </a:extLst>
          </p:cNvPr>
          <p:cNvSpPr>
            <a:spLocks noChangeAspect="1"/>
          </p:cNvSpPr>
          <p:nvPr userDrawn="1"/>
        </p:nvSpPr>
        <p:spPr>
          <a:xfrm>
            <a:off x="7827046" y="2219689"/>
            <a:ext cx="1815606" cy="184476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20" name="Picture Placeholder 15">
            <a:extLst>
              <a:ext uri="{FF2B5EF4-FFF2-40B4-BE49-F238E27FC236}">
                <a16:creationId xmlns:a16="http://schemas.microsoft.com/office/drawing/2014/main" xmlns="" id="{24F79A85-3789-254D-AF3D-5265B6140421}"/>
              </a:ext>
            </a:extLst>
          </p:cNvPr>
          <p:cNvSpPr>
            <a:spLocks noGrp="1"/>
          </p:cNvSpPr>
          <p:nvPr>
            <p:ph type="pic" sz="quarter" idx="47" hasCustomPrompt="1"/>
          </p:nvPr>
        </p:nvSpPr>
        <p:spPr>
          <a:xfrm>
            <a:off x="3146255"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6" name="Text Placeholder 8">
            <a:extLst>
              <a:ext uri="{FF2B5EF4-FFF2-40B4-BE49-F238E27FC236}">
                <a16:creationId xmlns:a16="http://schemas.microsoft.com/office/drawing/2014/main" xmlns="" id="{9FBB7671-0660-45EB-8712-824ACCFDD4C4}"/>
              </a:ext>
            </a:extLst>
          </p:cNvPr>
          <p:cNvSpPr>
            <a:spLocks noGrp="1"/>
          </p:cNvSpPr>
          <p:nvPr>
            <p:ph type="body" sz="quarter" idx="17" hasCustomPrompt="1"/>
          </p:nvPr>
        </p:nvSpPr>
        <p:spPr>
          <a:xfrm>
            <a:off x="2647151"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xmlns="" id="{1014D08D-BF9C-44A1-8635-70B551FEFA4C}"/>
              </a:ext>
            </a:extLst>
          </p:cNvPr>
          <p:cNvSpPr>
            <a:spLocks noGrp="1"/>
          </p:cNvSpPr>
          <p:nvPr>
            <p:ph type="body" sz="quarter" idx="18" hasCustomPrompt="1"/>
          </p:nvPr>
        </p:nvSpPr>
        <p:spPr>
          <a:xfrm>
            <a:off x="2647151"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1" name="Picture Placeholder 15">
            <a:extLst>
              <a:ext uri="{FF2B5EF4-FFF2-40B4-BE49-F238E27FC236}">
                <a16:creationId xmlns:a16="http://schemas.microsoft.com/office/drawing/2014/main" xmlns="" id="{3826F102-F281-614F-8445-F1FD4CA62E4A}"/>
              </a:ext>
            </a:extLst>
          </p:cNvPr>
          <p:cNvSpPr>
            <a:spLocks noGrp="1"/>
          </p:cNvSpPr>
          <p:nvPr>
            <p:ph type="pic" sz="quarter" idx="48" hasCustomPrompt="1"/>
          </p:nvPr>
        </p:nvSpPr>
        <p:spPr>
          <a:xfrm>
            <a:off x="5785104"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9" name="Text Placeholder 8">
            <a:extLst>
              <a:ext uri="{FF2B5EF4-FFF2-40B4-BE49-F238E27FC236}">
                <a16:creationId xmlns:a16="http://schemas.microsoft.com/office/drawing/2014/main" xmlns="" id="{4339CB16-5C66-4617-AF19-7700AD97524A}"/>
              </a:ext>
            </a:extLst>
          </p:cNvPr>
          <p:cNvSpPr>
            <a:spLocks noGrp="1"/>
          </p:cNvSpPr>
          <p:nvPr>
            <p:ph type="body" sz="quarter" idx="33" hasCustomPrompt="1"/>
          </p:nvPr>
        </p:nvSpPr>
        <p:spPr>
          <a:xfrm>
            <a:off x="5286000" y="4490958"/>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xmlns="" id="{8DFFD868-459F-47BA-BA47-B6CC7A09E8E9}"/>
              </a:ext>
            </a:extLst>
          </p:cNvPr>
          <p:cNvSpPr>
            <a:spLocks noGrp="1"/>
          </p:cNvSpPr>
          <p:nvPr>
            <p:ph type="body" sz="quarter" idx="34" hasCustomPrompt="1"/>
          </p:nvPr>
        </p:nvSpPr>
        <p:spPr>
          <a:xfrm>
            <a:off x="5286000" y="4991513"/>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2" name="Picture Placeholder 15">
            <a:extLst>
              <a:ext uri="{FF2B5EF4-FFF2-40B4-BE49-F238E27FC236}">
                <a16:creationId xmlns:a16="http://schemas.microsoft.com/office/drawing/2014/main" xmlns="" id="{CD06C66D-CFA0-9B4B-8F90-2B01B8C524BE}"/>
              </a:ext>
            </a:extLst>
          </p:cNvPr>
          <p:cNvSpPr>
            <a:spLocks noGrp="1"/>
          </p:cNvSpPr>
          <p:nvPr>
            <p:ph type="pic" sz="quarter" idx="49" hasCustomPrompt="1"/>
          </p:nvPr>
        </p:nvSpPr>
        <p:spPr>
          <a:xfrm>
            <a:off x="8423953"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1" name="Text Placeholder 8">
            <a:extLst>
              <a:ext uri="{FF2B5EF4-FFF2-40B4-BE49-F238E27FC236}">
                <a16:creationId xmlns:a16="http://schemas.microsoft.com/office/drawing/2014/main" xmlns="" id="{2C2CF09F-AE9E-47DD-899E-02CEAEFE3CC1}"/>
              </a:ext>
            </a:extLst>
          </p:cNvPr>
          <p:cNvSpPr>
            <a:spLocks noGrp="1"/>
          </p:cNvSpPr>
          <p:nvPr>
            <p:ph type="body" sz="quarter" idx="35" hasCustomPrompt="1"/>
          </p:nvPr>
        </p:nvSpPr>
        <p:spPr>
          <a:xfrm>
            <a:off x="7924849"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xmlns="" id="{7AA959D8-F91C-4891-A16D-51CF31166B71}"/>
              </a:ext>
            </a:extLst>
          </p:cNvPr>
          <p:cNvSpPr>
            <a:spLocks noGrp="1"/>
          </p:cNvSpPr>
          <p:nvPr>
            <p:ph type="body" sz="quarter" idx="36" hasCustomPrompt="1"/>
          </p:nvPr>
        </p:nvSpPr>
        <p:spPr>
          <a:xfrm>
            <a:off x="7924849"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xmlns="" id="{1B6D07DD-F1C7-4A36-AF98-6B5500A11EC4}"/>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a16="http://schemas.microsoft.com/office/drawing/2014/main" xmlns="" id="{D25C17B0-42A8-446A-BBCA-2ED0DE1F70E1}"/>
              </a:ext>
            </a:extLst>
          </p:cNvPr>
          <p:cNvSpPr>
            <a:spLocks noGrp="1"/>
          </p:cNvSpPr>
          <p:nvPr>
            <p:ph type="ftr" sz="quarter" idx="50"/>
          </p:nvPr>
        </p:nvSpPr>
        <p:spPr/>
        <p:txBody>
          <a:bodyPr/>
          <a:lstStyle/>
          <a:p>
            <a:endParaRPr lang="en-US" noProof="0" dirty="0"/>
          </a:p>
        </p:txBody>
      </p:sp>
      <p:sp>
        <p:nvSpPr>
          <p:cNvPr id="13" name="Slide Number Placeholder 12">
            <a:extLst>
              <a:ext uri="{FF2B5EF4-FFF2-40B4-BE49-F238E27FC236}">
                <a16:creationId xmlns:a16="http://schemas.microsoft.com/office/drawing/2014/main" xmlns="" id="{170FBC51-A53D-41AF-9EF3-17C1C64384C3}"/>
              </a:ext>
            </a:extLst>
          </p:cNvPr>
          <p:cNvSpPr>
            <a:spLocks noGrp="1"/>
          </p:cNvSpPr>
          <p:nvPr>
            <p:ph type="sldNum" sz="quarter" idx="51"/>
          </p:nvPr>
        </p:nvSpPr>
        <p:spPr/>
        <p:txBody>
          <a:bodyPr/>
          <a:lstStyle>
            <a:lvl1pPr algn="ctr">
              <a:defRPr/>
            </a:lvl1pPr>
          </a:lstStyle>
          <a:p>
            <a:fld id="{B67B645E-C5E5-4727-B977-D372A0AA71D9}" type="slidenum">
              <a:rPr lang="en-US" noProof="0" smtClean="0"/>
              <a:pPr/>
              <a:t>‹#›</a:t>
            </a:fld>
            <a:endParaRPr lang="en-US" noProof="0" dirty="0"/>
          </a:p>
        </p:txBody>
      </p:sp>
      <p:sp>
        <p:nvSpPr>
          <p:cNvPr id="26" name="Text Placeholder 4">
            <a:extLst>
              <a:ext uri="{FF2B5EF4-FFF2-40B4-BE49-F238E27FC236}">
                <a16:creationId xmlns:a16="http://schemas.microsoft.com/office/drawing/2014/main" xmlns="" id="{CA52831F-541E-4880-AEF7-C2F6C97FAF72}"/>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17208113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arge Numbers Option 2">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xmlns="" id="{F3278D70-8832-41B9-87B8-C926C4130480}"/>
              </a:ext>
            </a:extLst>
          </p:cNvPr>
          <p:cNvSpPr>
            <a:spLocks noChangeAspect="1"/>
          </p:cNvSpPr>
          <p:nvPr userDrawn="1"/>
        </p:nvSpPr>
        <p:spPr>
          <a:xfrm>
            <a:off x="8015138" y="2208637"/>
            <a:ext cx="3112534" cy="3117089"/>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lumMod val="75000"/>
            </a:schemeClr>
          </a:solidFill>
          <a:ln w="9525" cap="flat">
            <a:no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xmlns="" id="{02552EF4-9F89-45DA-B96E-A84453180094}"/>
              </a:ext>
            </a:extLst>
          </p:cNvPr>
          <p:cNvSpPr>
            <a:spLocks noChangeAspect="1"/>
          </p:cNvSpPr>
          <p:nvPr userDrawn="1"/>
        </p:nvSpPr>
        <p:spPr>
          <a:xfrm>
            <a:off x="4651994" y="1795087"/>
            <a:ext cx="3813116" cy="387435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8" name="Text Placeholder 9">
            <a:extLst>
              <a:ext uri="{FF2B5EF4-FFF2-40B4-BE49-F238E27FC236}">
                <a16:creationId xmlns:a16="http://schemas.microsoft.com/office/drawing/2014/main" xmlns="" id="{35BD4359-D385-4BCD-B33E-EF9B611693CD}"/>
              </a:ext>
            </a:extLst>
          </p:cNvPr>
          <p:cNvSpPr>
            <a:spLocks noGrp="1"/>
          </p:cNvSpPr>
          <p:nvPr>
            <p:ph type="body" sz="quarter" idx="28" hasCustomPrompt="1"/>
          </p:nvPr>
        </p:nvSpPr>
        <p:spPr>
          <a:xfrm>
            <a:off x="4660588" y="1864921"/>
            <a:ext cx="3804522" cy="3804522"/>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9" name="Text Placeholder 9">
            <a:extLst>
              <a:ext uri="{FF2B5EF4-FFF2-40B4-BE49-F238E27FC236}">
                <a16:creationId xmlns:a16="http://schemas.microsoft.com/office/drawing/2014/main" xmlns="" id="{760B0B05-57EC-42F8-B1E3-6386C1E9C600}"/>
              </a:ext>
            </a:extLst>
          </p:cNvPr>
          <p:cNvSpPr>
            <a:spLocks noGrp="1"/>
          </p:cNvSpPr>
          <p:nvPr>
            <p:ph type="body" sz="quarter" idx="29" hasCustomPrompt="1"/>
          </p:nvPr>
        </p:nvSpPr>
        <p:spPr>
          <a:xfrm>
            <a:off x="7992026" y="2207063"/>
            <a:ext cx="3120238" cy="3120238"/>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19" name="Freeform: Shape 18">
            <a:extLst>
              <a:ext uri="{FF2B5EF4-FFF2-40B4-BE49-F238E27FC236}">
                <a16:creationId xmlns:a16="http://schemas.microsoft.com/office/drawing/2014/main" xmlns="" id="{436970BD-9B20-4B7C-A294-5174BA15880C}"/>
              </a:ext>
            </a:extLst>
          </p:cNvPr>
          <p:cNvSpPr>
            <a:spLocks noChangeAspect="1"/>
          </p:cNvSpPr>
          <p:nvPr userDrawn="1"/>
        </p:nvSpPr>
        <p:spPr>
          <a:xfrm>
            <a:off x="665259" y="1425981"/>
            <a:ext cx="4790773" cy="4727573"/>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lumMod val="50000"/>
            </a:schemeClr>
          </a:solidFill>
          <a:ln w="9525" cap="flat">
            <a:noFill/>
            <a:prstDash val="solid"/>
            <a:miter/>
          </a:ln>
        </p:spPr>
        <p:txBody>
          <a:bodyPr rtlCol="0" anchor="ctr"/>
          <a:lstStyle/>
          <a:p>
            <a:endParaRPr lang="en-US" noProof="0" dirty="0"/>
          </a:p>
        </p:txBody>
      </p:sp>
      <p:sp>
        <p:nvSpPr>
          <p:cNvPr id="6" name="Text Placeholder 3">
            <a:extLst>
              <a:ext uri="{FF2B5EF4-FFF2-40B4-BE49-F238E27FC236}">
                <a16:creationId xmlns:a16="http://schemas.microsoft.com/office/drawing/2014/main" xmlns="" id="{AD3903B4-7169-4D4B-A4EE-98E908F47924}"/>
              </a:ext>
            </a:extLst>
          </p:cNvPr>
          <p:cNvSpPr>
            <a:spLocks noGrp="1"/>
          </p:cNvSpPr>
          <p:nvPr>
            <p:ph type="body" sz="quarter" idx="27" hasCustomPrompt="1"/>
          </p:nvPr>
        </p:nvSpPr>
        <p:spPr>
          <a:xfrm>
            <a:off x="968829" y="1593150"/>
            <a:ext cx="4348065" cy="4348065"/>
          </a:xfrm>
          <a:prstGeom prst="ellipse">
            <a:avLst/>
          </a:prstGeom>
          <a:noFill/>
          <a:ln>
            <a:noFill/>
          </a:ln>
        </p:spPr>
        <p:txBody>
          <a:bodyPr anchor="ctr"/>
          <a:lstStyle>
            <a:lvl1pPr marL="0" indent="0" algn="ctr">
              <a:buNone/>
              <a:defRPr sz="1800">
                <a:solidFill>
                  <a:schemeClr val="bg1"/>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xmlns="" id="{96BEA54F-1538-4369-953E-48143E778A0C}"/>
              </a:ext>
            </a:extLst>
          </p:cNvPr>
          <p:cNvSpPr>
            <a:spLocks noGrp="1"/>
          </p:cNvSpPr>
          <p:nvPr>
            <p:ph type="body" sz="quarter" idx="30" hasCustomPrompt="1"/>
          </p:nvPr>
        </p:nvSpPr>
        <p:spPr>
          <a:xfrm>
            <a:off x="1737052" y="2205688"/>
            <a:ext cx="2811618" cy="1440000"/>
          </a:xfrm>
          <a:prstGeom prst="rect">
            <a:avLst/>
          </a:prstGeom>
          <a:noFill/>
        </p:spPr>
        <p:txBody>
          <a:bodyPr anchor="b"/>
          <a:lstStyle>
            <a:lvl1pPr marL="0" indent="0" algn="ctr">
              <a:spcBef>
                <a:spcPts val="0"/>
              </a:spcBef>
              <a:spcAft>
                <a:spcPts val="0"/>
              </a:spcAft>
              <a:buNone/>
              <a:defRPr sz="6600" b="1">
                <a:solidFill>
                  <a:schemeClr val="bg1"/>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xmlns="" id="{A7461332-515F-423E-992A-19C7845D0A7E}"/>
              </a:ext>
            </a:extLst>
          </p:cNvPr>
          <p:cNvSpPr>
            <a:spLocks noGrp="1"/>
          </p:cNvSpPr>
          <p:nvPr>
            <p:ph sz="half" idx="2" hasCustomPrompt="1"/>
          </p:nvPr>
        </p:nvSpPr>
        <p:spPr>
          <a:xfrm>
            <a:off x="2152861"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1" name="Text Placeholder 9">
            <a:extLst>
              <a:ext uri="{FF2B5EF4-FFF2-40B4-BE49-F238E27FC236}">
                <a16:creationId xmlns:a16="http://schemas.microsoft.com/office/drawing/2014/main" xmlns="" id="{75AB5322-7A21-47FE-92DA-8B0C974F8FB4}"/>
              </a:ext>
            </a:extLst>
          </p:cNvPr>
          <p:cNvSpPr>
            <a:spLocks noGrp="1"/>
          </p:cNvSpPr>
          <p:nvPr>
            <p:ph type="body" sz="quarter" idx="31" hasCustomPrompt="1"/>
          </p:nvPr>
        </p:nvSpPr>
        <p:spPr>
          <a:xfrm>
            <a:off x="5157040"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xmlns="" id="{C63BF992-768D-4119-8D4A-65B4E8FF04E5}"/>
              </a:ext>
            </a:extLst>
          </p:cNvPr>
          <p:cNvSpPr>
            <a:spLocks noGrp="1"/>
          </p:cNvSpPr>
          <p:nvPr>
            <p:ph type="body" sz="quarter" idx="33" hasCustomPrompt="1"/>
          </p:nvPr>
        </p:nvSpPr>
        <p:spPr>
          <a:xfrm>
            <a:off x="5572849"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2" name="Text Placeholder 9">
            <a:extLst>
              <a:ext uri="{FF2B5EF4-FFF2-40B4-BE49-F238E27FC236}">
                <a16:creationId xmlns:a16="http://schemas.microsoft.com/office/drawing/2014/main" xmlns="" id="{A68AE188-594C-409F-8B57-C0CFFAFC9AB8}"/>
              </a:ext>
            </a:extLst>
          </p:cNvPr>
          <p:cNvSpPr>
            <a:spLocks noGrp="1"/>
          </p:cNvSpPr>
          <p:nvPr>
            <p:ph type="body" sz="quarter" idx="32" hasCustomPrompt="1"/>
          </p:nvPr>
        </p:nvSpPr>
        <p:spPr>
          <a:xfrm>
            <a:off x="8300646"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xmlns="" id="{ED698B85-CFF0-4F09-8E8A-BCAEC5056233}"/>
              </a:ext>
            </a:extLst>
          </p:cNvPr>
          <p:cNvSpPr>
            <a:spLocks noGrp="1"/>
          </p:cNvSpPr>
          <p:nvPr>
            <p:ph type="body" sz="quarter" idx="34" hasCustomPrompt="1"/>
          </p:nvPr>
        </p:nvSpPr>
        <p:spPr>
          <a:xfrm>
            <a:off x="8562145"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4" name="Title 3">
            <a:extLst>
              <a:ext uri="{FF2B5EF4-FFF2-40B4-BE49-F238E27FC236}">
                <a16:creationId xmlns:a16="http://schemas.microsoft.com/office/drawing/2014/main" xmlns="" id="{F81CA826-63B3-43E6-99A0-25895892FF1D}"/>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a16="http://schemas.microsoft.com/office/drawing/2014/main" xmlns="" id="{D8091642-7CB0-45CD-82C4-9EBAD3FAEA11}"/>
              </a:ext>
            </a:extLst>
          </p:cNvPr>
          <p:cNvSpPr>
            <a:spLocks noGrp="1"/>
          </p:cNvSpPr>
          <p:nvPr>
            <p:ph type="ftr" sz="quarter" idx="35"/>
          </p:nvPr>
        </p:nvSpPr>
        <p:spPr/>
        <p:txBody>
          <a:bodyPr/>
          <a:lstStyle/>
          <a:p>
            <a:endParaRPr lang="en-US" noProof="0" dirty="0"/>
          </a:p>
        </p:txBody>
      </p:sp>
      <p:sp>
        <p:nvSpPr>
          <p:cNvPr id="17" name="Slide Number Placeholder 16">
            <a:extLst>
              <a:ext uri="{FF2B5EF4-FFF2-40B4-BE49-F238E27FC236}">
                <a16:creationId xmlns:a16="http://schemas.microsoft.com/office/drawing/2014/main" xmlns="" id="{E8012A76-B25A-41AE-A474-DD4A7ADB6B6B}"/>
              </a:ext>
            </a:extLst>
          </p:cNvPr>
          <p:cNvSpPr>
            <a:spLocks noGrp="1"/>
          </p:cNvSpPr>
          <p:nvPr>
            <p:ph type="sldNum" sz="quarter" idx="36"/>
          </p:nvPr>
        </p:nvSpPr>
        <p:spPr/>
        <p:txBody>
          <a:bodyPr/>
          <a:lstStyle>
            <a:lvl1pPr algn="ctr">
              <a:defRPr/>
            </a:lvl1pPr>
          </a:lstStyle>
          <a:p>
            <a:fld id="{B67B645E-C5E5-4727-B977-D372A0AA71D9}" type="slidenum">
              <a:rPr lang="en-US" noProof="0" smtClean="0"/>
              <a:pPr/>
              <a:t>‹#›</a:t>
            </a:fld>
            <a:endParaRPr lang="en-US" noProof="0" dirty="0"/>
          </a:p>
        </p:txBody>
      </p:sp>
      <p:sp>
        <p:nvSpPr>
          <p:cNvPr id="18" name="Text Placeholder 4">
            <a:extLst>
              <a:ext uri="{FF2B5EF4-FFF2-40B4-BE49-F238E27FC236}">
                <a16:creationId xmlns:a16="http://schemas.microsoft.com/office/drawing/2014/main" xmlns="" id="{C298B396-EED5-44F5-A626-8479A686DF6B}"/>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8" name="Freeform: Shape 177">
            <a:extLst>
              <a:ext uri="{FF2B5EF4-FFF2-40B4-BE49-F238E27FC236}">
                <a16:creationId xmlns:a16="http://schemas.microsoft.com/office/drawing/2014/main" xmlns="" id="{551B3958-3394-4790-BE99-52664DBCD31E}"/>
              </a:ext>
            </a:extLst>
          </p:cNvPr>
          <p:cNvSpPr>
            <a:spLocks noChangeAspect="1"/>
          </p:cNvSpPr>
          <p:nvPr userDrawn="1"/>
        </p:nvSpPr>
        <p:spPr>
          <a:xfrm>
            <a:off x="4656428" y="2651872"/>
            <a:ext cx="791896" cy="2303810"/>
          </a:xfrm>
          <a:custGeom>
            <a:avLst/>
            <a:gdLst>
              <a:gd name="connsiteX0" fmla="*/ 323315 w 791896"/>
              <a:gd name="connsiteY0" fmla="*/ 0 h 2303810"/>
              <a:gd name="connsiteX1" fmla="*/ 331046 w 791896"/>
              <a:gd name="connsiteY1" fmla="*/ 12386 h 2303810"/>
              <a:gd name="connsiteX2" fmla="*/ 317496 w 791896"/>
              <a:gd name="connsiteY2" fmla="*/ 31199 h 2303810"/>
              <a:gd name="connsiteX3" fmla="*/ 295541 w 791896"/>
              <a:gd name="connsiteY3" fmla="*/ 68105 h 2303810"/>
              <a:gd name="connsiteX4" fmla="*/ 308915 w 791896"/>
              <a:gd name="connsiteY4" fmla="*/ 46930 h 2303810"/>
              <a:gd name="connsiteX5" fmla="*/ 327508 w 791896"/>
              <a:gd name="connsiteY5" fmla="*/ 19756 h 2303810"/>
              <a:gd name="connsiteX6" fmla="*/ 331763 w 791896"/>
              <a:gd name="connsiteY6" fmla="*/ 13536 h 2303810"/>
              <a:gd name="connsiteX7" fmla="*/ 339476 w 791896"/>
              <a:gd name="connsiteY7" fmla="*/ 25894 h 2303810"/>
              <a:gd name="connsiteX8" fmla="*/ 375261 w 791896"/>
              <a:gd name="connsiteY8" fmla="*/ 102568 h 2303810"/>
              <a:gd name="connsiteX9" fmla="*/ 311775 w 791896"/>
              <a:gd name="connsiteY9" fmla="*/ 217118 h 2303810"/>
              <a:gd name="connsiteX10" fmla="*/ 334658 w 791896"/>
              <a:gd name="connsiteY10" fmla="*/ 178505 h 2303810"/>
              <a:gd name="connsiteX11" fmla="*/ 361831 w 791896"/>
              <a:gd name="connsiteY11" fmla="*/ 137029 h 2303810"/>
              <a:gd name="connsiteX12" fmla="*/ 379066 w 791896"/>
              <a:gd name="connsiteY12" fmla="*/ 110723 h 2303810"/>
              <a:gd name="connsiteX13" fmla="*/ 452722 w 791896"/>
              <a:gd name="connsiteY13" fmla="*/ 268540 h 2303810"/>
              <a:gd name="connsiteX14" fmla="*/ 605751 w 791896"/>
              <a:gd name="connsiteY14" fmla="*/ 1077491 h 2303810"/>
              <a:gd name="connsiteX15" fmla="*/ 605022 w 791896"/>
              <a:gd name="connsiteY15" fmla="*/ 1091915 h 2303810"/>
              <a:gd name="connsiteX16" fmla="*/ 624710 w 791896"/>
              <a:gd name="connsiteY16" fmla="*/ 1094727 h 2303810"/>
              <a:gd name="connsiteX17" fmla="*/ 643668 w 791896"/>
              <a:gd name="connsiteY17" fmla="*/ 1108516 h 2303810"/>
              <a:gd name="connsiteX18" fmla="*/ 652287 w 791896"/>
              <a:gd name="connsiteY18" fmla="*/ 1155051 h 2303810"/>
              <a:gd name="connsiteX19" fmla="*/ 685034 w 791896"/>
              <a:gd name="connsiteY19" fmla="*/ 1210206 h 2303810"/>
              <a:gd name="connsiteX20" fmla="*/ 698824 w 791896"/>
              <a:gd name="connsiteY20" fmla="*/ 1211460 h 2303810"/>
              <a:gd name="connsiteX21" fmla="*/ 698824 w 791896"/>
              <a:gd name="connsiteY21" fmla="*/ 1198142 h 2303810"/>
              <a:gd name="connsiteX22" fmla="*/ 712836 w 791896"/>
              <a:gd name="connsiteY22" fmla="*/ 1159220 h 2303810"/>
              <a:gd name="connsiteX23" fmla="*/ 712611 w 791896"/>
              <a:gd name="connsiteY23" fmla="*/ 1151606 h 2303810"/>
              <a:gd name="connsiteX24" fmla="*/ 726400 w 791896"/>
              <a:gd name="connsiteY24" fmla="*/ 1105068 h 2303810"/>
              <a:gd name="connsiteX25" fmla="*/ 745360 w 791896"/>
              <a:gd name="connsiteY25" fmla="*/ 1105068 h 2303810"/>
              <a:gd name="connsiteX26" fmla="*/ 774660 w 791896"/>
              <a:gd name="connsiteY26" fmla="*/ 1086110 h 2303810"/>
              <a:gd name="connsiteX27" fmla="*/ 778107 w 791896"/>
              <a:gd name="connsiteY27" fmla="*/ 1161947 h 2303810"/>
              <a:gd name="connsiteX28" fmla="*/ 769490 w 791896"/>
              <a:gd name="connsiteY28" fmla="*/ 1198142 h 2303810"/>
              <a:gd name="connsiteX29" fmla="*/ 759149 w 791896"/>
              <a:gd name="connsiteY29" fmla="*/ 1232613 h 2303810"/>
              <a:gd name="connsiteX30" fmla="*/ 753977 w 791896"/>
              <a:gd name="connsiteY30" fmla="*/ 1289492 h 2303810"/>
              <a:gd name="connsiteX31" fmla="*/ 752254 w 791896"/>
              <a:gd name="connsiteY31" fmla="*/ 1318792 h 2303810"/>
              <a:gd name="connsiteX32" fmla="*/ 748807 w 791896"/>
              <a:gd name="connsiteY32" fmla="*/ 1348094 h 2303810"/>
              <a:gd name="connsiteX33" fmla="*/ 741457 w 791896"/>
              <a:gd name="connsiteY33" fmla="*/ 1352994 h 2303810"/>
              <a:gd name="connsiteX34" fmla="*/ 741913 w 791896"/>
              <a:gd name="connsiteY34" fmla="*/ 1354986 h 2303810"/>
              <a:gd name="connsiteX35" fmla="*/ 748954 w 791896"/>
              <a:gd name="connsiteY35" fmla="*/ 1350293 h 2303810"/>
              <a:gd name="connsiteX36" fmla="*/ 752254 w 791896"/>
              <a:gd name="connsiteY36" fmla="*/ 1322239 h 2303810"/>
              <a:gd name="connsiteX37" fmla="*/ 753977 w 791896"/>
              <a:gd name="connsiteY37" fmla="*/ 1292939 h 2303810"/>
              <a:gd name="connsiteX38" fmla="*/ 759149 w 791896"/>
              <a:gd name="connsiteY38" fmla="*/ 1236060 h 2303810"/>
              <a:gd name="connsiteX39" fmla="*/ 769490 w 791896"/>
              <a:gd name="connsiteY39" fmla="*/ 1201589 h 2303810"/>
              <a:gd name="connsiteX40" fmla="*/ 778107 w 791896"/>
              <a:gd name="connsiteY40" fmla="*/ 1165395 h 2303810"/>
              <a:gd name="connsiteX41" fmla="*/ 791896 w 791896"/>
              <a:gd name="connsiteY41" fmla="*/ 1175736 h 2303810"/>
              <a:gd name="connsiteX42" fmla="*/ 790173 w 791896"/>
              <a:gd name="connsiteY42" fmla="*/ 1201589 h 2303810"/>
              <a:gd name="connsiteX43" fmla="*/ 786726 w 791896"/>
              <a:gd name="connsiteY43" fmla="*/ 1227443 h 2303810"/>
              <a:gd name="connsiteX44" fmla="*/ 785002 w 791896"/>
              <a:gd name="connsiteY44" fmla="*/ 1275704 h 2303810"/>
              <a:gd name="connsiteX45" fmla="*/ 781554 w 791896"/>
              <a:gd name="connsiteY45" fmla="*/ 1332581 h 2303810"/>
              <a:gd name="connsiteX46" fmla="*/ 772937 w 791896"/>
              <a:gd name="connsiteY46" fmla="*/ 1392907 h 2303810"/>
              <a:gd name="connsiteX47" fmla="*/ 762596 w 791896"/>
              <a:gd name="connsiteY47" fmla="*/ 1456679 h 2303810"/>
              <a:gd name="connsiteX48" fmla="*/ 750530 w 791896"/>
              <a:gd name="connsiteY48" fmla="*/ 1518727 h 2303810"/>
              <a:gd name="connsiteX49" fmla="*/ 728124 w 791896"/>
              <a:gd name="connsiteY49" fmla="*/ 1649719 h 2303810"/>
              <a:gd name="connsiteX50" fmla="*/ 707441 w 791896"/>
              <a:gd name="connsiteY50" fmla="*/ 1661785 h 2303810"/>
              <a:gd name="connsiteX51" fmla="*/ 681587 w 791896"/>
              <a:gd name="connsiteY51" fmla="*/ 1737623 h 2303810"/>
              <a:gd name="connsiteX52" fmla="*/ 674692 w 791896"/>
              <a:gd name="connsiteY52" fmla="*/ 1810013 h 2303810"/>
              <a:gd name="connsiteX53" fmla="*/ 671245 w 791896"/>
              <a:gd name="connsiteY53" fmla="*/ 1820355 h 2303810"/>
              <a:gd name="connsiteX54" fmla="*/ 641945 w 791896"/>
              <a:gd name="connsiteY54" fmla="*/ 1899639 h 2303810"/>
              <a:gd name="connsiteX55" fmla="*/ 633327 w 791896"/>
              <a:gd name="connsiteY55" fmla="*/ 1906534 h 2303810"/>
              <a:gd name="connsiteX56" fmla="*/ 597132 w 791896"/>
              <a:gd name="connsiteY56" fmla="*/ 1990988 h 2303810"/>
              <a:gd name="connsiteX57" fmla="*/ 635051 w 791896"/>
              <a:gd name="connsiteY57" fmla="*/ 1906534 h 2303810"/>
              <a:gd name="connsiteX58" fmla="*/ 643668 w 791896"/>
              <a:gd name="connsiteY58" fmla="*/ 1899639 h 2303810"/>
              <a:gd name="connsiteX59" fmla="*/ 588513 w 791896"/>
              <a:gd name="connsiteY59" fmla="*/ 2056484 h 2303810"/>
              <a:gd name="connsiteX60" fmla="*/ 559214 w 791896"/>
              <a:gd name="connsiteY60" fmla="*/ 2071997 h 2303810"/>
              <a:gd name="connsiteX61" fmla="*/ 553137 w 791896"/>
              <a:gd name="connsiteY61" fmla="*/ 2084152 h 2303810"/>
              <a:gd name="connsiteX62" fmla="*/ 554044 w 791896"/>
              <a:gd name="connsiteY62" fmla="*/ 2085784 h 2303810"/>
              <a:gd name="connsiteX63" fmla="*/ 560938 w 791896"/>
              <a:gd name="connsiteY63" fmla="*/ 2071996 h 2303810"/>
              <a:gd name="connsiteX64" fmla="*/ 590238 w 791896"/>
              <a:gd name="connsiteY64" fmla="*/ 2056484 h 2303810"/>
              <a:gd name="connsiteX65" fmla="*/ 569555 w 791896"/>
              <a:gd name="connsiteY65" fmla="*/ 2115086 h 2303810"/>
              <a:gd name="connsiteX66" fmla="*/ 531636 w 791896"/>
              <a:gd name="connsiteY66" fmla="*/ 2184029 h 2303810"/>
              <a:gd name="connsiteX67" fmla="*/ 512678 w 791896"/>
              <a:gd name="connsiteY67" fmla="*/ 2218501 h 2303810"/>
              <a:gd name="connsiteX68" fmla="*/ 491995 w 791896"/>
              <a:gd name="connsiteY68" fmla="*/ 2252972 h 2303810"/>
              <a:gd name="connsiteX69" fmla="*/ 476482 w 791896"/>
              <a:gd name="connsiteY69" fmla="*/ 2278825 h 2303810"/>
              <a:gd name="connsiteX70" fmla="*/ 465282 w 791896"/>
              <a:gd name="connsiteY70" fmla="*/ 2303810 h 2303810"/>
              <a:gd name="connsiteX71" fmla="*/ 390435 w 791896"/>
              <a:gd name="connsiteY71" fmla="*/ 2210761 h 2303810"/>
              <a:gd name="connsiteX72" fmla="*/ 388540 w 791896"/>
              <a:gd name="connsiteY72" fmla="*/ 2207971 h 2303810"/>
              <a:gd name="connsiteX73" fmla="*/ 405816 w 791896"/>
              <a:gd name="connsiteY73" fmla="*/ 2177135 h 2303810"/>
              <a:gd name="connsiteX74" fmla="*/ 452352 w 791896"/>
              <a:gd name="connsiteY74" fmla="*/ 2094403 h 2303810"/>
              <a:gd name="connsiteX75" fmla="*/ 469587 w 791896"/>
              <a:gd name="connsiteY75" fmla="*/ 2063379 h 2303810"/>
              <a:gd name="connsiteX76" fmla="*/ 483376 w 791896"/>
              <a:gd name="connsiteY76" fmla="*/ 2034079 h 2303810"/>
              <a:gd name="connsiteX77" fmla="*/ 505783 w 791896"/>
              <a:gd name="connsiteY77" fmla="*/ 1978924 h 2303810"/>
              <a:gd name="connsiteX78" fmla="*/ 554044 w 791896"/>
              <a:gd name="connsiteY78" fmla="*/ 1873785 h 2303810"/>
              <a:gd name="connsiteX79" fmla="*/ 573002 w 791896"/>
              <a:gd name="connsiteY79" fmla="*/ 1803119 h 2303810"/>
              <a:gd name="connsiteX80" fmla="*/ 619540 w 791896"/>
              <a:gd name="connsiteY80" fmla="*/ 1661785 h 2303810"/>
              <a:gd name="connsiteX81" fmla="*/ 640223 w 791896"/>
              <a:gd name="connsiteY81" fmla="*/ 1551476 h 2303810"/>
              <a:gd name="connsiteX82" fmla="*/ 667800 w 791896"/>
              <a:gd name="connsiteY82" fmla="*/ 1418760 h 2303810"/>
              <a:gd name="connsiteX83" fmla="*/ 674018 w 791896"/>
              <a:gd name="connsiteY83" fmla="*/ 1395448 h 2303810"/>
              <a:gd name="connsiteX84" fmla="*/ 669523 w 791896"/>
              <a:gd name="connsiteY84" fmla="*/ 1394630 h 2303810"/>
              <a:gd name="connsiteX85" fmla="*/ 671245 w 791896"/>
              <a:gd name="connsiteY85" fmla="*/ 1351541 h 2303810"/>
              <a:gd name="connsiteX86" fmla="*/ 672163 w 791896"/>
              <a:gd name="connsiteY86" fmla="*/ 1348329 h 2303810"/>
              <a:gd name="connsiteX87" fmla="*/ 670959 w 791896"/>
              <a:gd name="connsiteY87" fmla="*/ 1348396 h 2303810"/>
              <a:gd name="connsiteX88" fmla="*/ 668779 w 791896"/>
              <a:gd name="connsiteY88" fmla="*/ 1348517 h 2303810"/>
              <a:gd name="connsiteX89" fmla="*/ 669523 w 791896"/>
              <a:gd name="connsiteY89" fmla="*/ 1356711 h 2303810"/>
              <a:gd name="connsiteX90" fmla="*/ 667800 w 791896"/>
              <a:gd name="connsiteY90" fmla="*/ 1399801 h 2303810"/>
              <a:gd name="connsiteX91" fmla="*/ 660906 w 791896"/>
              <a:gd name="connsiteY91" fmla="*/ 1425654 h 2303810"/>
              <a:gd name="connsiteX92" fmla="*/ 619540 w 791896"/>
              <a:gd name="connsiteY92" fmla="*/ 1491150 h 2303810"/>
              <a:gd name="connsiteX93" fmla="*/ 609198 w 791896"/>
              <a:gd name="connsiteY93" fmla="*/ 1548029 h 2303810"/>
              <a:gd name="connsiteX94" fmla="*/ 598857 w 791896"/>
              <a:gd name="connsiteY94" fmla="*/ 1566988 h 2303810"/>
              <a:gd name="connsiteX95" fmla="*/ 581621 w 791896"/>
              <a:gd name="connsiteY95" fmla="*/ 1649719 h 2303810"/>
              <a:gd name="connsiteX96" fmla="*/ 562661 w 791896"/>
              <a:gd name="connsiteY96" fmla="*/ 1715215 h 2303810"/>
              <a:gd name="connsiteX97" fmla="*/ 541978 w 791896"/>
              <a:gd name="connsiteY97" fmla="*/ 1778989 h 2303810"/>
              <a:gd name="connsiteX98" fmla="*/ 529914 w 791896"/>
              <a:gd name="connsiteY98" fmla="*/ 1828972 h 2303810"/>
              <a:gd name="connsiteX99" fmla="*/ 516125 w 791896"/>
              <a:gd name="connsiteY99" fmla="*/ 1880679 h 2303810"/>
              <a:gd name="connsiteX100" fmla="*/ 527121 w 791896"/>
              <a:gd name="connsiteY100" fmla="*/ 1863574 h 2303810"/>
              <a:gd name="connsiteX101" fmla="*/ 536808 w 791896"/>
              <a:gd name="connsiteY101" fmla="*/ 1827247 h 2303810"/>
              <a:gd name="connsiteX102" fmla="*/ 545425 w 791896"/>
              <a:gd name="connsiteY102" fmla="*/ 1775540 h 2303810"/>
              <a:gd name="connsiteX103" fmla="*/ 566108 w 791896"/>
              <a:gd name="connsiteY103" fmla="*/ 1711768 h 2303810"/>
              <a:gd name="connsiteX104" fmla="*/ 585068 w 791896"/>
              <a:gd name="connsiteY104" fmla="*/ 1646272 h 2303810"/>
              <a:gd name="connsiteX105" fmla="*/ 602304 w 791896"/>
              <a:gd name="connsiteY105" fmla="*/ 1563540 h 2303810"/>
              <a:gd name="connsiteX106" fmla="*/ 612645 w 791896"/>
              <a:gd name="connsiteY106" fmla="*/ 1544580 h 2303810"/>
              <a:gd name="connsiteX107" fmla="*/ 622987 w 791896"/>
              <a:gd name="connsiteY107" fmla="*/ 1487703 h 2303810"/>
              <a:gd name="connsiteX108" fmla="*/ 664353 w 791896"/>
              <a:gd name="connsiteY108" fmla="*/ 1422207 h 2303810"/>
              <a:gd name="connsiteX109" fmla="*/ 636776 w 791896"/>
              <a:gd name="connsiteY109" fmla="*/ 1554922 h 2303810"/>
              <a:gd name="connsiteX110" fmla="*/ 616093 w 791896"/>
              <a:gd name="connsiteY110" fmla="*/ 1665231 h 2303810"/>
              <a:gd name="connsiteX111" fmla="*/ 569555 w 791896"/>
              <a:gd name="connsiteY111" fmla="*/ 1806564 h 2303810"/>
              <a:gd name="connsiteX112" fmla="*/ 560348 w 791896"/>
              <a:gd name="connsiteY112" fmla="*/ 1820885 h 2303810"/>
              <a:gd name="connsiteX113" fmla="*/ 556412 w 791896"/>
              <a:gd name="connsiteY113" fmla="*/ 1842330 h 2303810"/>
              <a:gd name="connsiteX114" fmla="*/ 543702 w 791896"/>
              <a:gd name="connsiteY114" fmla="*/ 1878956 h 2303810"/>
              <a:gd name="connsiteX115" fmla="*/ 495442 w 791896"/>
              <a:gd name="connsiteY115" fmla="*/ 1984094 h 2303810"/>
              <a:gd name="connsiteX116" fmla="*/ 473034 w 791896"/>
              <a:gd name="connsiteY116" fmla="*/ 2039248 h 2303810"/>
              <a:gd name="connsiteX117" fmla="*/ 459246 w 791896"/>
              <a:gd name="connsiteY117" fmla="*/ 2068550 h 2303810"/>
              <a:gd name="connsiteX118" fmla="*/ 442010 w 791896"/>
              <a:gd name="connsiteY118" fmla="*/ 2099575 h 2303810"/>
              <a:gd name="connsiteX119" fmla="*/ 395474 w 791896"/>
              <a:gd name="connsiteY119" fmla="*/ 2182306 h 2303810"/>
              <a:gd name="connsiteX120" fmla="*/ 384460 w 791896"/>
              <a:gd name="connsiteY120" fmla="*/ 2201965 h 2303810"/>
              <a:gd name="connsiteX121" fmla="*/ 366366 w 791896"/>
              <a:gd name="connsiteY121" fmla="*/ 2175324 h 2303810"/>
              <a:gd name="connsiteX122" fmla="*/ 385983 w 791896"/>
              <a:gd name="connsiteY122" fmla="*/ 2146987 h 2303810"/>
              <a:gd name="connsiteX123" fmla="*/ 392027 w 791896"/>
              <a:gd name="connsiteY123" fmla="*/ 2139216 h 2303810"/>
              <a:gd name="connsiteX124" fmla="*/ 392890 w 791896"/>
              <a:gd name="connsiteY124" fmla="*/ 2137010 h 2303810"/>
              <a:gd name="connsiteX125" fmla="*/ 385983 w 791896"/>
              <a:gd name="connsiteY125" fmla="*/ 2146987 h 2303810"/>
              <a:gd name="connsiteX126" fmla="*/ 369405 w 791896"/>
              <a:gd name="connsiteY126" fmla="*/ 2168302 h 2303810"/>
              <a:gd name="connsiteX127" fmla="*/ 365656 w 791896"/>
              <a:gd name="connsiteY127" fmla="*/ 2174279 h 2303810"/>
              <a:gd name="connsiteX128" fmla="*/ 342348 w 791896"/>
              <a:gd name="connsiteY128" fmla="*/ 2139962 h 2303810"/>
              <a:gd name="connsiteX129" fmla="*/ 353460 w 791896"/>
              <a:gd name="connsiteY129" fmla="*/ 2118317 h 2303810"/>
              <a:gd name="connsiteX130" fmla="*/ 386855 w 791896"/>
              <a:gd name="connsiteY130" fmla="*/ 2044418 h 2303810"/>
              <a:gd name="connsiteX131" fmla="*/ 455799 w 791896"/>
              <a:gd name="connsiteY131" fmla="*/ 1887573 h 2303810"/>
              <a:gd name="connsiteX132" fmla="*/ 476051 w 791896"/>
              <a:gd name="connsiteY132" fmla="*/ 1823800 h 2303810"/>
              <a:gd name="connsiteX133" fmla="*/ 482661 w 791896"/>
              <a:gd name="connsiteY133" fmla="*/ 1798854 h 2303810"/>
              <a:gd name="connsiteX134" fmla="*/ 432378 w 791896"/>
              <a:gd name="connsiteY134" fmla="*/ 1936237 h 2303810"/>
              <a:gd name="connsiteX135" fmla="*/ 336746 w 791896"/>
              <a:gd name="connsiteY135" fmla="*/ 2131714 h 2303810"/>
              <a:gd name="connsiteX136" fmla="*/ 312848 w 791896"/>
              <a:gd name="connsiteY136" fmla="*/ 2096527 h 2303810"/>
              <a:gd name="connsiteX137" fmla="*/ 241698 w 791896"/>
              <a:gd name="connsiteY137" fmla="*/ 1970494 h 2303810"/>
              <a:gd name="connsiteX138" fmla="*/ 130146 w 791896"/>
              <a:gd name="connsiteY138" fmla="*/ 1695903 h 2303810"/>
              <a:gd name="connsiteX139" fmla="*/ 65788 w 791896"/>
              <a:gd name="connsiteY139" fmla="*/ 1428464 h 2303810"/>
              <a:gd name="connsiteX140" fmla="*/ 57207 w 791896"/>
              <a:gd name="connsiteY140" fmla="*/ 1366967 h 2303810"/>
              <a:gd name="connsiteX141" fmla="*/ 50057 w 791896"/>
              <a:gd name="connsiteY141" fmla="*/ 1309760 h 2303810"/>
              <a:gd name="connsiteX142" fmla="*/ 44336 w 791896"/>
              <a:gd name="connsiteY142" fmla="*/ 1256845 h 2303810"/>
              <a:gd name="connsiteX143" fmla="*/ 41476 w 791896"/>
              <a:gd name="connsiteY143" fmla="*/ 1232532 h 2303810"/>
              <a:gd name="connsiteX144" fmla="*/ 40045 w 791896"/>
              <a:gd name="connsiteY144" fmla="*/ 1209649 h 2303810"/>
              <a:gd name="connsiteX145" fmla="*/ 34324 w 791896"/>
              <a:gd name="connsiteY145" fmla="*/ 1130991 h 2303810"/>
              <a:gd name="connsiteX146" fmla="*/ 30034 w 791896"/>
              <a:gd name="connsiteY146" fmla="*/ 1079505 h 2303810"/>
              <a:gd name="connsiteX147" fmla="*/ 23599 w 791896"/>
              <a:gd name="connsiteY147" fmla="*/ 1058411 h 2303810"/>
              <a:gd name="connsiteX148" fmla="*/ 12872 w 791896"/>
              <a:gd name="connsiteY148" fmla="*/ 1073785 h 2303810"/>
              <a:gd name="connsiteX149" fmla="*/ 62927 w 791896"/>
              <a:gd name="connsiteY149" fmla="*/ 1517134 h 2303810"/>
              <a:gd name="connsiteX150" fmla="*/ 200223 w 791896"/>
              <a:gd name="connsiteY150" fmla="*/ 1927589 h 2303810"/>
              <a:gd name="connsiteX151" fmla="*/ 307485 w 791896"/>
              <a:gd name="connsiteY151" fmla="*/ 2122091 h 2303810"/>
              <a:gd name="connsiteX152" fmla="*/ 327552 w 791896"/>
              <a:gd name="connsiteY152" fmla="*/ 2150508 h 2303810"/>
              <a:gd name="connsiteX153" fmla="*/ 326603 w 791896"/>
              <a:gd name="connsiteY153" fmla="*/ 2152447 h 2303810"/>
              <a:gd name="connsiteX154" fmla="*/ 318895 w 791896"/>
              <a:gd name="connsiteY154" fmla="*/ 2164633 h 2303810"/>
              <a:gd name="connsiteX155" fmla="*/ 289505 w 791896"/>
              <a:gd name="connsiteY155" fmla="*/ 2123617 h 2303810"/>
              <a:gd name="connsiteX156" fmla="*/ 169363 w 791896"/>
              <a:gd name="connsiteY156" fmla="*/ 1898316 h 2303810"/>
              <a:gd name="connsiteX157" fmla="*/ 133618 w 791896"/>
              <a:gd name="connsiteY157" fmla="*/ 1809378 h 2303810"/>
              <a:gd name="connsiteX158" fmla="*/ 128715 w 791896"/>
              <a:gd name="connsiteY158" fmla="*/ 1791725 h 2303810"/>
              <a:gd name="connsiteX159" fmla="*/ 118704 w 791896"/>
              <a:gd name="connsiteY159" fmla="*/ 1760261 h 2303810"/>
              <a:gd name="connsiteX160" fmla="*/ 97251 w 791896"/>
              <a:gd name="connsiteY160" fmla="*/ 1698764 h 2303810"/>
              <a:gd name="connsiteX161" fmla="*/ 78660 w 791896"/>
              <a:gd name="connsiteY161" fmla="*/ 1637267 h 2303810"/>
              <a:gd name="connsiteX162" fmla="*/ 67167 w 791896"/>
              <a:gd name="connsiteY162" fmla="*/ 1592343 h 2303810"/>
              <a:gd name="connsiteX163" fmla="*/ 42792 w 791896"/>
              <a:gd name="connsiteY163" fmla="*/ 1477612 h 2303810"/>
              <a:gd name="connsiteX164" fmla="*/ 28603 w 791896"/>
              <a:gd name="connsiteY164" fmla="*/ 1388420 h 2303810"/>
              <a:gd name="connsiteX165" fmla="*/ 21453 w 791896"/>
              <a:gd name="connsiteY165" fmla="*/ 1325493 h 2303810"/>
              <a:gd name="connsiteX166" fmla="*/ 17162 w 791896"/>
              <a:gd name="connsiteY166" fmla="*/ 1262566 h 2303810"/>
              <a:gd name="connsiteX167" fmla="*/ 14302 w 791896"/>
              <a:gd name="connsiteY167" fmla="*/ 1231102 h 2303810"/>
              <a:gd name="connsiteX168" fmla="*/ 12872 w 791896"/>
              <a:gd name="connsiteY168" fmla="*/ 1199639 h 2303810"/>
              <a:gd name="connsiteX169" fmla="*/ 10012 w 791896"/>
              <a:gd name="connsiteY169" fmla="*/ 1138141 h 2303810"/>
              <a:gd name="connsiteX170" fmla="*/ 17520 w 791896"/>
              <a:gd name="connsiteY170" fmla="*/ 903774 h 2303810"/>
              <a:gd name="connsiteX171" fmla="*/ 38928 w 791896"/>
              <a:gd name="connsiteY171" fmla="*/ 702431 h 2303810"/>
              <a:gd name="connsiteX172" fmla="*/ 38614 w 791896"/>
              <a:gd name="connsiteY172" fmla="*/ 703374 h 2303810"/>
              <a:gd name="connsiteX173" fmla="*/ 0 w 791896"/>
              <a:gd name="connsiteY173" fmla="*/ 1063774 h 2303810"/>
              <a:gd name="connsiteX174" fmla="*/ 157318 w 791896"/>
              <a:gd name="connsiteY174" fmla="*/ 321521 h 2303810"/>
              <a:gd name="connsiteX175" fmla="*/ 238836 w 791896"/>
              <a:gd name="connsiteY175" fmla="*/ 142751 h 2303810"/>
              <a:gd name="connsiteX176" fmla="*/ 291886 w 791896"/>
              <a:gd name="connsiteY176" fmla="*/ 48181 h 2303810"/>
              <a:gd name="connsiteX177" fmla="*/ 323315 w 791896"/>
              <a:gd name="connsiteY177" fmla="*/ 0 h 2303810"/>
              <a:gd name="connsiteX178" fmla="*/ 296223 w 791896"/>
              <a:gd name="connsiteY178" fmla="*/ 73499 h 2303810"/>
              <a:gd name="connsiteX179" fmla="*/ 291993 w 791896"/>
              <a:gd name="connsiteY179" fmla="*/ 74071 h 2303810"/>
              <a:gd name="connsiteX180" fmla="*/ 226502 w 791896"/>
              <a:gd name="connsiteY180" fmla="*/ 184159 h 2303810"/>
              <a:gd name="connsiteX181" fmla="*/ 87418 w 791896"/>
              <a:gd name="connsiteY181" fmla="*/ 516895 h 2303810"/>
              <a:gd name="connsiteX182" fmla="*/ 47497 w 791896"/>
              <a:gd name="connsiteY182" fmla="*/ 671472 h 2303810"/>
              <a:gd name="connsiteX183" fmla="*/ 49876 w 791896"/>
              <a:gd name="connsiteY183" fmla="*/ 664938 h 2303810"/>
              <a:gd name="connsiteX184" fmla="*/ 58638 w 791896"/>
              <a:gd name="connsiteY184" fmla="*/ 639016 h 2303810"/>
              <a:gd name="connsiteX185" fmla="*/ 153028 w 791896"/>
              <a:gd name="connsiteY185" fmla="*/ 367286 h 2303810"/>
              <a:gd name="connsiteX186" fmla="*/ 268870 w 791896"/>
              <a:gd name="connsiteY186" fmla="*/ 125588 h 2303810"/>
              <a:gd name="connsiteX187" fmla="*/ 296223 w 791896"/>
              <a:gd name="connsiteY187" fmla="*/ 73499 h 2303810"/>
              <a:gd name="connsiteX188" fmla="*/ 650562 w 791896"/>
              <a:gd name="connsiteY188" fmla="*/ 1220547 h 2303810"/>
              <a:gd name="connsiteX189" fmla="*/ 639267 w 791896"/>
              <a:gd name="connsiteY189" fmla="*/ 1247245 h 2303810"/>
              <a:gd name="connsiteX190" fmla="*/ 635051 w 791896"/>
              <a:gd name="connsiteY190" fmla="*/ 1286045 h 2303810"/>
              <a:gd name="connsiteX191" fmla="*/ 629613 w 791896"/>
              <a:gd name="connsiteY191" fmla="*/ 1267919 h 2303810"/>
              <a:gd name="connsiteX192" fmla="*/ 627625 w 791896"/>
              <a:gd name="connsiteY192" fmla="*/ 1270478 h 2303810"/>
              <a:gd name="connsiteX193" fmla="*/ 633328 w 791896"/>
              <a:gd name="connsiteY193" fmla="*/ 1289492 h 2303810"/>
              <a:gd name="connsiteX194" fmla="*/ 629881 w 791896"/>
              <a:gd name="connsiteY194" fmla="*/ 1317070 h 2303810"/>
              <a:gd name="connsiteX195" fmla="*/ 636776 w 791896"/>
              <a:gd name="connsiteY195" fmla="*/ 1339475 h 2303810"/>
              <a:gd name="connsiteX196" fmla="*/ 642119 w 791896"/>
              <a:gd name="connsiteY196" fmla="*/ 1339178 h 2303810"/>
              <a:gd name="connsiteX197" fmla="*/ 638498 w 791896"/>
              <a:gd name="connsiteY197" fmla="*/ 1327409 h 2303810"/>
              <a:gd name="connsiteX198" fmla="*/ 641945 w 791896"/>
              <a:gd name="connsiteY198" fmla="*/ 1299832 h 2303810"/>
              <a:gd name="connsiteX199" fmla="*/ 650562 w 791896"/>
              <a:gd name="connsiteY199" fmla="*/ 1220547 h 2303810"/>
              <a:gd name="connsiteX200" fmla="*/ 724677 w 791896"/>
              <a:gd name="connsiteY200" fmla="*/ 1294662 h 2303810"/>
              <a:gd name="connsiteX201" fmla="*/ 714336 w 791896"/>
              <a:gd name="connsiteY201" fmla="*/ 1317070 h 2303810"/>
              <a:gd name="connsiteX202" fmla="*/ 711965 w 791896"/>
              <a:gd name="connsiteY202" fmla="*/ 1364036 h 2303810"/>
              <a:gd name="connsiteX203" fmla="*/ 710889 w 791896"/>
              <a:gd name="connsiteY203" fmla="*/ 1408418 h 2303810"/>
              <a:gd name="connsiteX204" fmla="*/ 693653 w 791896"/>
              <a:gd name="connsiteY204" fmla="*/ 1461454 h 2303810"/>
              <a:gd name="connsiteX205" fmla="*/ 693653 w 791896"/>
              <a:gd name="connsiteY205" fmla="*/ 1467512 h 2303810"/>
              <a:gd name="connsiteX206" fmla="*/ 714336 w 791896"/>
              <a:gd name="connsiteY206" fmla="*/ 1408418 h 2303810"/>
              <a:gd name="connsiteX207" fmla="*/ 717783 w 791896"/>
              <a:gd name="connsiteY207" fmla="*/ 1317068 h 2303810"/>
              <a:gd name="connsiteX208" fmla="*/ 725819 w 791896"/>
              <a:gd name="connsiteY208" fmla="*/ 1299658 h 2303810"/>
              <a:gd name="connsiteX209" fmla="*/ 724677 w 791896"/>
              <a:gd name="connsiteY209" fmla="*/ 1294662 h 2303810"/>
              <a:gd name="connsiteX210" fmla="*/ 709164 w 791896"/>
              <a:gd name="connsiteY210" fmla="*/ 1311898 h 2303810"/>
              <a:gd name="connsiteX211" fmla="*/ 689093 w 791896"/>
              <a:gd name="connsiteY211" fmla="*/ 1395525 h 2303810"/>
              <a:gd name="connsiteX212" fmla="*/ 689095 w 791896"/>
              <a:gd name="connsiteY212" fmla="*/ 1395525 h 2303810"/>
              <a:gd name="connsiteX213" fmla="*/ 709166 w 791896"/>
              <a:gd name="connsiteY213" fmla="*/ 1311900 h 2303810"/>
              <a:gd name="connsiteX214" fmla="*/ 709164 w 791896"/>
              <a:gd name="connsiteY214" fmla="*/ 1311898 h 2303810"/>
              <a:gd name="connsiteX215" fmla="*/ 459716 w 791896"/>
              <a:gd name="connsiteY215" fmla="*/ 1965619 h 2303810"/>
              <a:gd name="connsiteX216" fmla="*/ 417880 w 791896"/>
              <a:gd name="connsiteY216" fmla="*/ 2039248 h 2303810"/>
              <a:gd name="connsiteX217" fmla="*/ 417111 w 791896"/>
              <a:gd name="connsiteY217" fmla="*/ 2041018 h 2303810"/>
              <a:gd name="connsiteX218" fmla="*/ 459246 w 791896"/>
              <a:gd name="connsiteY218" fmla="*/ 1966858 h 2303810"/>
              <a:gd name="connsiteX219" fmla="*/ 459716 w 791896"/>
              <a:gd name="connsiteY219" fmla="*/ 1965619 h 2303810"/>
              <a:gd name="connsiteX220" fmla="*/ 687526 w 791896"/>
              <a:gd name="connsiteY220" fmla="*/ 1544122 h 2303810"/>
              <a:gd name="connsiteX221" fmla="*/ 686907 w 791896"/>
              <a:gd name="connsiteY221" fmla="*/ 1547171 h 2303810"/>
              <a:gd name="connsiteX222" fmla="*/ 691928 w 791896"/>
              <a:gd name="connsiteY222" fmla="*/ 1553199 h 2303810"/>
              <a:gd name="connsiteX223" fmla="*/ 707441 w 791896"/>
              <a:gd name="connsiteY223" fmla="*/ 1570435 h 2303810"/>
              <a:gd name="connsiteX224" fmla="*/ 717783 w 791896"/>
              <a:gd name="connsiteY224" fmla="*/ 1563540 h 2303810"/>
              <a:gd name="connsiteX225" fmla="*/ 718043 w 791896"/>
              <a:gd name="connsiteY225" fmla="*/ 1562218 h 2303810"/>
              <a:gd name="connsiteX226" fmla="*/ 710889 w 791896"/>
              <a:gd name="connsiteY226" fmla="*/ 1566988 h 2303810"/>
              <a:gd name="connsiteX227" fmla="*/ 693653 w 791896"/>
              <a:gd name="connsiteY227" fmla="*/ 1551475 h 2303810"/>
              <a:gd name="connsiteX228" fmla="*/ 687526 w 791896"/>
              <a:gd name="connsiteY228" fmla="*/ 1544122 h 230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791896" h="2303810">
                <a:moveTo>
                  <a:pt x="323315" y="0"/>
                </a:moveTo>
                <a:lnTo>
                  <a:pt x="331046" y="12386"/>
                </a:lnTo>
                <a:lnTo>
                  <a:pt x="317496" y="31199"/>
                </a:lnTo>
                <a:lnTo>
                  <a:pt x="295541" y="68105"/>
                </a:lnTo>
                <a:lnTo>
                  <a:pt x="308915" y="46930"/>
                </a:lnTo>
                <a:cubicBezTo>
                  <a:pt x="314635" y="38349"/>
                  <a:pt x="321787" y="29768"/>
                  <a:pt x="327508" y="19756"/>
                </a:cubicBezTo>
                <a:lnTo>
                  <a:pt x="331763" y="13536"/>
                </a:lnTo>
                <a:lnTo>
                  <a:pt x="339476" y="25894"/>
                </a:lnTo>
                <a:lnTo>
                  <a:pt x="375261" y="102568"/>
                </a:lnTo>
                <a:lnTo>
                  <a:pt x="311775" y="217118"/>
                </a:lnTo>
                <a:cubicBezTo>
                  <a:pt x="318927" y="205677"/>
                  <a:pt x="326077" y="192806"/>
                  <a:pt x="334658" y="178505"/>
                </a:cubicBezTo>
                <a:cubicBezTo>
                  <a:pt x="343239" y="165632"/>
                  <a:pt x="351820" y="151331"/>
                  <a:pt x="361831" y="137029"/>
                </a:cubicBezTo>
                <a:lnTo>
                  <a:pt x="379066" y="110723"/>
                </a:lnTo>
                <a:lnTo>
                  <a:pt x="452722" y="268540"/>
                </a:lnTo>
                <a:cubicBezTo>
                  <a:pt x="551492" y="519020"/>
                  <a:pt x="605751" y="791919"/>
                  <a:pt x="605751" y="1077491"/>
                </a:cubicBezTo>
                <a:lnTo>
                  <a:pt x="605022" y="1091915"/>
                </a:lnTo>
                <a:lnTo>
                  <a:pt x="624710" y="1094727"/>
                </a:lnTo>
                <a:cubicBezTo>
                  <a:pt x="631604" y="1099897"/>
                  <a:pt x="636774" y="1103344"/>
                  <a:pt x="643668" y="1108516"/>
                </a:cubicBezTo>
                <a:cubicBezTo>
                  <a:pt x="645393" y="1127474"/>
                  <a:pt x="648840" y="1132646"/>
                  <a:pt x="652287" y="1155051"/>
                </a:cubicBezTo>
                <a:cubicBezTo>
                  <a:pt x="662628" y="1175734"/>
                  <a:pt x="674692" y="1192970"/>
                  <a:pt x="685034" y="1210206"/>
                </a:cubicBezTo>
                <a:lnTo>
                  <a:pt x="698824" y="1211460"/>
                </a:lnTo>
                <a:lnTo>
                  <a:pt x="698824" y="1198142"/>
                </a:lnTo>
                <a:lnTo>
                  <a:pt x="712836" y="1159220"/>
                </a:lnTo>
                <a:lnTo>
                  <a:pt x="712611" y="1151606"/>
                </a:lnTo>
                <a:cubicBezTo>
                  <a:pt x="717783" y="1099899"/>
                  <a:pt x="721230" y="1101621"/>
                  <a:pt x="726400" y="1105068"/>
                </a:cubicBezTo>
                <a:cubicBezTo>
                  <a:pt x="733294" y="1103346"/>
                  <a:pt x="740189" y="1103346"/>
                  <a:pt x="745360" y="1105068"/>
                </a:cubicBezTo>
                <a:cubicBezTo>
                  <a:pt x="755702" y="1098174"/>
                  <a:pt x="764319" y="1089557"/>
                  <a:pt x="774660" y="1086110"/>
                </a:cubicBezTo>
                <a:cubicBezTo>
                  <a:pt x="776385" y="1111963"/>
                  <a:pt x="776385" y="1134370"/>
                  <a:pt x="778107" y="1161947"/>
                </a:cubicBezTo>
                <a:cubicBezTo>
                  <a:pt x="774660" y="1174012"/>
                  <a:pt x="772937" y="1186077"/>
                  <a:pt x="769490" y="1198142"/>
                </a:cubicBezTo>
                <a:cubicBezTo>
                  <a:pt x="766043" y="1210208"/>
                  <a:pt x="762596" y="1222272"/>
                  <a:pt x="759149" y="1232613"/>
                </a:cubicBezTo>
                <a:cubicBezTo>
                  <a:pt x="757424" y="1251574"/>
                  <a:pt x="755702" y="1270532"/>
                  <a:pt x="753977" y="1289492"/>
                </a:cubicBezTo>
                <a:lnTo>
                  <a:pt x="752254" y="1318792"/>
                </a:lnTo>
                <a:cubicBezTo>
                  <a:pt x="750530" y="1329134"/>
                  <a:pt x="750530" y="1337752"/>
                  <a:pt x="748807" y="1348094"/>
                </a:cubicBezTo>
                <a:lnTo>
                  <a:pt x="741457" y="1352994"/>
                </a:lnTo>
                <a:lnTo>
                  <a:pt x="741913" y="1354986"/>
                </a:lnTo>
                <a:lnTo>
                  <a:pt x="748954" y="1350293"/>
                </a:lnTo>
                <a:lnTo>
                  <a:pt x="752254" y="1322239"/>
                </a:lnTo>
                <a:lnTo>
                  <a:pt x="753977" y="1292939"/>
                </a:lnTo>
                <a:cubicBezTo>
                  <a:pt x="755702" y="1273979"/>
                  <a:pt x="757424" y="1255021"/>
                  <a:pt x="759149" y="1236060"/>
                </a:cubicBezTo>
                <a:cubicBezTo>
                  <a:pt x="762596" y="1225719"/>
                  <a:pt x="766043" y="1213655"/>
                  <a:pt x="769490" y="1201589"/>
                </a:cubicBezTo>
                <a:cubicBezTo>
                  <a:pt x="772937" y="1189525"/>
                  <a:pt x="776385" y="1177459"/>
                  <a:pt x="778107" y="1165395"/>
                </a:cubicBezTo>
                <a:cubicBezTo>
                  <a:pt x="783279" y="1168842"/>
                  <a:pt x="786726" y="1172289"/>
                  <a:pt x="791896" y="1175736"/>
                </a:cubicBezTo>
                <a:cubicBezTo>
                  <a:pt x="791896" y="1184353"/>
                  <a:pt x="791896" y="1192972"/>
                  <a:pt x="790173" y="1201589"/>
                </a:cubicBezTo>
                <a:cubicBezTo>
                  <a:pt x="788449" y="1210208"/>
                  <a:pt x="788449" y="1218825"/>
                  <a:pt x="786726" y="1227443"/>
                </a:cubicBezTo>
                <a:cubicBezTo>
                  <a:pt x="785002" y="1244679"/>
                  <a:pt x="783279" y="1260190"/>
                  <a:pt x="785002" y="1275704"/>
                </a:cubicBezTo>
                <a:cubicBezTo>
                  <a:pt x="783279" y="1292939"/>
                  <a:pt x="783279" y="1311898"/>
                  <a:pt x="781554" y="1332581"/>
                </a:cubicBezTo>
                <a:cubicBezTo>
                  <a:pt x="778107" y="1351541"/>
                  <a:pt x="776385" y="1372224"/>
                  <a:pt x="772937" y="1392907"/>
                </a:cubicBezTo>
                <a:cubicBezTo>
                  <a:pt x="769490" y="1413590"/>
                  <a:pt x="767766" y="1434273"/>
                  <a:pt x="762596" y="1456679"/>
                </a:cubicBezTo>
                <a:cubicBezTo>
                  <a:pt x="759149" y="1477362"/>
                  <a:pt x="753977" y="1498044"/>
                  <a:pt x="750530" y="1518727"/>
                </a:cubicBezTo>
                <a:cubicBezTo>
                  <a:pt x="738466" y="1565265"/>
                  <a:pt x="741913" y="1580776"/>
                  <a:pt x="728124" y="1649719"/>
                </a:cubicBezTo>
                <a:cubicBezTo>
                  <a:pt x="721230" y="1653167"/>
                  <a:pt x="714336" y="1656614"/>
                  <a:pt x="707441" y="1661785"/>
                </a:cubicBezTo>
                <a:cubicBezTo>
                  <a:pt x="700547" y="1685916"/>
                  <a:pt x="690206" y="1713493"/>
                  <a:pt x="681587" y="1737623"/>
                </a:cubicBezTo>
                <a:cubicBezTo>
                  <a:pt x="669523" y="1777264"/>
                  <a:pt x="678140" y="1782436"/>
                  <a:pt x="674692" y="1810013"/>
                </a:cubicBezTo>
                <a:cubicBezTo>
                  <a:pt x="672970" y="1813460"/>
                  <a:pt x="671245" y="1818630"/>
                  <a:pt x="671245" y="1820355"/>
                </a:cubicBezTo>
                <a:cubicBezTo>
                  <a:pt x="660904" y="1847932"/>
                  <a:pt x="650562" y="1875509"/>
                  <a:pt x="641945" y="1899639"/>
                </a:cubicBezTo>
                <a:cubicBezTo>
                  <a:pt x="638498" y="1903087"/>
                  <a:pt x="636774" y="1904809"/>
                  <a:pt x="633327" y="1906534"/>
                </a:cubicBezTo>
                <a:cubicBezTo>
                  <a:pt x="621262" y="1934111"/>
                  <a:pt x="609196" y="1963411"/>
                  <a:pt x="597132" y="1990988"/>
                </a:cubicBezTo>
                <a:cubicBezTo>
                  <a:pt x="610921" y="1963411"/>
                  <a:pt x="622985" y="1934111"/>
                  <a:pt x="635051" y="1906534"/>
                </a:cubicBezTo>
                <a:cubicBezTo>
                  <a:pt x="638498" y="1903087"/>
                  <a:pt x="640221" y="1903087"/>
                  <a:pt x="643668" y="1899639"/>
                </a:cubicBezTo>
                <a:cubicBezTo>
                  <a:pt x="629879" y="1973752"/>
                  <a:pt x="607474" y="2020290"/>
                  <a:pt x="588513" y="2056484"/>
                </a:cubicBezTo>
                <a:lnTo>
                  <a:pt x="559214" y="2071997"/>
                </a:lnTo>
                <a:lnTo>
                  <a:pt x="553137" y="2084152"/>
                </a:lnTo>
                <a:lnTo>
                  <a:pt x="554044" y="2085784"/>
                </a:lnTo>
                <a:cubicBezTo>
                  <a:pt x="555766" y="2082337"/>
                  <a:pt x="557491" y="2077167"/>
                  <a:pt x="560938" y="2071996"/>
                </a:cubicBezTo>
                <a:cubicBezTo>
                  <a:pt x="569555" y="2068548"/>
                  <a:pt x="579896" y="2063379"/>
                  <a:pt x="590238" y="2056484"/>
                </a:cubicBezTo>
                <a:cubicBezTo>
                  <a:pt x="591962" y="2075443"/>
                  <a:pt x="578174" y="2099573"/>
                  <a:pt x="569555" y="2115086"/>
                </a:cubicBezTo>
                <a:cubicBezTo>
                  <a:pt x="557491" y="2139216"/>
                  <a:pt x="543702" y="2161622"/>
                  <a:pt x="531636" y="2184029"/>
                </a:cubicBezTo>
                <a:cubicBezTo>
                  <a:pt x="524742" y="2196093"/>
                  <a:pt x="519572" y="2206435"/>
                  <a:pt x="512678" y="2218501"/>
                </a:cubicBezTo>
                <a:cubicBezTo>
                  <a:pt x="505783" y="2230565"/>
                  <a:pt x="498889" y="2240906"/>
                  <a:pt x="491995" y="2252972"/>
                </a:cubicBezTo>
                <a:cubicBezTo>
                  <a:pt x="486823" y="2259867"/>
                  <a:pt x="483376" y="2268484"/>
                  <a:pt x="476482" y="2278825"/>
                </a:cubicBezTo>
                <a:lnTo>
                  <a:pt x="465282" y="2303810"/>
                </a:lnTo>
                <a:lnTo>
                  <a:pt x="390435" y="2210761"/>
                </a:lnTo>
                <a:lnTo>
                  <a:pt x="388540" y="2207971"/>
                </a:lnTo>
                <a:lnTo>
                  <a:pt x="405816" y="2177135"/>
                </a:lnTo>
                <a:cubicBezTo>
                  <a:pt x="421327" y="2151282"/>
                  <a:pt x="436840" y="2120258"/>
                  <a:pt x="452352" y="2094403"/>
                </a:cubicBezTo>
                <a:cubicBezTo>
                  <a:pt x="459246" y="2084061"/>
                  <a:pt x="464418" y="2073720"/>
                  <a:pt x="469587" y="2063379"/>
                </a:cubicBezTo>
                <a:cubicBezTo>
                  <a:pt x="474759" y="2053037"/>
                  <a:pt x="478206" y="2042696"/>
                  <a:pt x="483376" y="2034079"/>
                </a:cubicBezTo>
                <a:cubicBezTo>
                  <a:pt x="491995" y="2015118"/>
                  <a:pt x="498889" y="1996160"/>
                  <a:pt x="505783" y="1978924"/>
                </a:cubicBezTo>
                <a:cubicBezTo>
                  <a:pt x="519572" y="1942728"/>
                  <a:pt x="531636" y="1908256"/>
                  <a:pt x="554044" y="1873785"/>
                </a:cubicBezTo>
                <a:cubicBezTo>
                  <a:pt x="569555" y="1846208"/>
                  <a:pt x="566108" y="1825525"/>
                  <a:pt x="573002" y="1803119"/>
                </a:cubicBezTo>
                <a:cubicBezTo>
                  <a:pt x="591962" y="1756581"/>
                  <a:pt x="604027" y="1710046"/>
                  <a:pt x="619540" y="1661785"/>
                </a:cubicBezTo>
                <a:cubicBezTo>
                  <a:pt x="612645" y="1647997"/>
                  <a:pt x="636776" y="1592842"/>
                  <a:pt x="640223" y="1551476"/>
                </a:cubicBezTo>
                <a:cubicBezTo>
                  <a:pt x="650564" y="1508386"/>
                  <a:pt x="659181" y="1463573"/>
                  <a:pt x="667800" y="1418760"/>
                </a:cubicBezTo>
                <a:lnTo>
                  <a:pt x="674018" y="1395448"/>
                </a:lnTo>
                <a:lnTo>
                  <a:pt x="669523" y="1394630"/>
                </a:lnTo>
                <a:cubicBezTo>
                  <a:pt x="671245" y="1380841"/>
                  <a:pt x="671245" y="1368777"/>
                  <a:pt x="671245" y="1351541"/>
                </a:cubicBezTo>
                <a:lnTo>
                  <a:pt x="672163" y="1348329"/>
                </a:lnTo>
                <a:lnTo>
                  <a:pt x="670959" y="1348396"/>
                </a:lnTo>
                <a:lnTo>
                  <a:pt x="668779" y="1348517"/>
                </a:lnTo>
                <a:lnTo>
                  <a:pt x="669523" y="1356711"/>
                </a:lnTo>
                <a:cubicBezTo>
                  <a:pt x="669523" y="1372224"/>
                  <a:pt x="669523" y="1384288"/>
                  <a:pt x="667800" y="1399801"/>
                </a:cubicBezTo>
                <a:cubicBezTo>
                  <a:pt x="666075" y="1408418"/>
                  <a:pt x="664353" y="1415313"/>
                  <a:pt x="660906" y="1425654"/>
                </a:cubicBezTo>
                <a:cubicBezTo>
                  <a:pt x="647117" y="1448062"/>
                  <a:pt x="633328" y="1470467"/>
                  <a:pt x="619540" y="1491150"/>
                </a:cubicBezTo>
                <a:cubicBezTo>
                  <a:pt x="616093" y="1511833"/>
                  <a:pt x="614368" y="1529069"/>
                  <a:pt x="609198" y="1548029"/>
                </a:cubicBezTo>
                <a:lnTo>
                  <a:pt x="598857" y="1566988"/>
                </a:lnTo>
                <a:cubicBezTo>
                  <a:pt x="593685" y="1594565"/>
                  <a:pt x="588515" y="1620420"/>
                  <a:pt x="581621" y="1649719"/>
                </a:cubicBezTo>
                <a:cubicBezTo>
                  <a:pt x="574727" y="1672127"/>
                  <a:pt x="569555" y="1692810"/>
                  <a:pt x="562661" y="1715215"/>
                </a:cubicBezTo>
                <a:cubicBezTo>
                  <a:pt x="555766" y="1737623"/>
                  <a:pt x="550597" y="1758306"/>
                  <a:pt x="541978" y="1778989"/>
                </a:cubicBezTo>
                <a:cubicBezTo>
                  <a:pt x="538531" y="1796225"/>
                  <a:pt x="535083" y="1811736"/>
                  <a:pt x="529914" y="1828972"/>
                </a:cubicBezTo>
                <a:cubicBezTo>
                  <a:pt x="526466" y="1846208"/>
                  <a:pt x="523019" y="1863443"/>
                  <a:pt x="516125" y="1880679"/>
                </a:cubicBezTo>
                <a:lnTo>
                  <a:pt x="527121" y="1863574"/>
                </a:lnTo>
                <a:lnTo>
                  <a:pt x="536808" y="1827247"/>
                </a:lnTo>
                <a:cubicBezTo>
                  <a:pt x="538531" y="1808289"/>
                  <a:pt x="541978" y="1792776"/>
                  <a:pt x="545425" y="1775540"/>
                </a:cubicBezTo>
                <a:cubicBezTo>
                  <a:pt x="552319" y="1754857"/>
                  <a:pt x="559214" y="1732451"/>
                  <a:pt x="566108" y="1711768"/>
                </a:cubicBezTo>
                <a:cubicBezTo>
                  <a:pt x="573002" y="1689361"/>
                  <a:pt x="578174" y="1668678"/>
                  <a:pt x="585068" y="1646272"/>
                </a:cubicBezTo>
                <a:cubicBezTo>
                  <a:pt x="591962" y="1618695"/>
                  <a:pt x="595410" y="1592840"/>
                  <a:pt x="602304" y="1563540"/>
                </a:cubicBezTo>
                <a:lnTo>
                  <a:pt x="612645" y="1544580"/>
                </a:lnTo>
                <a:cubicBezTo>
                  <a:pt x="617815" y="1525622"/>
                  <a:pt x="619540" y="1508386"/>
                  <a:pt x="622987" y="1487703"/>
                </a:cubicBezTo>
                <a:cubicBezTo>
                  <a:pt x="636776" y="1465296"/>
                  <a:pt x="650564" y="1444613"/>
                  <a:pt x="664353" y="1422207"/>
                </a:cubicBezTo>
                <a:cubicBezTo>
                  <a:pt x="655734" y="1467020"/>
                  <a:pt x="647117" y="1510109"/>
                  <a:pt x="636776" y="1554922"/>
                </a:cubicBezTo>
                <a:cubicBezTo>
                  <a:pt x="633328" y="1596288"/>
                  <a:pt x="609198" y="1653167"/>
                  <a:pt x="616093" y="1665231"/>
                </a:cubicBezTo>
                <a:cubicBezTo>
                  <a:pt x="600579" y="1713491"/>
                  <a:pt x="586791" y="1760029"/>
                  <a:pt x="569555" y="1806564"/>
                </a:cubicBezTo>
                <a:lnTo>
                  <a:pt x="560348" y="1820885"/>
                </a:lnTo>
                <a:lnTo>
                  <a:pt x="556412" y="1842330"/>
                </a:lnTo>
                <a:cubicBezTo>
                  <a:pt x="554474" y="1853534"/>
                  <a:pt x="551458" y="1865168"/>
                  <a:pt x="543702" y="1878956"/>
                </a:cubicBezTo>
                <a:cubicBezTo>
                  <a:pt x="519572" y="1913428"/>
                  <a:pt x="507506" y="1947900"/>
                  <a:pt x="495442" y="1984094"/>
                </a:cubicBezTo>
                <a:cubicBezTo>
                  <a:pt x="488548" y="2001330"/>
                  <a:pt x="481653" y="2020290"/>
                  <a:pt x="473034" y="2039248"/>
                </a:cubicBezTo>
                <a:cubicBezTo>
                  <a:pt x="469587" y="2049590"/>
                  <a:pt x="464418" y="2058209"/>
                  <a:pt x="459246" y="2068550"/>
                </a:cubicBezTo>
                <a:cubicBezTo>
                  <a:pt x="454076" y="2078892"/>
                  <a:pt x="448904" y="2089233"/>
                  <a:pt x="442010" y="2099575"/>
                </a:cubicBezTo>
                <a:cubicBezTo>
                  <a:pt x="426499" y="2127152"/>
                  <a:pt x="410986" y="2156452"/>
                  <a:pt x="395474" y="2182306"/>
                </a:cubicBezTo>
                <a:lnTo>
                  <a:pt x="384460" y="2201965"/>
                </a:lnTo>
                <a:lnTo>
                  <a:pt x="366366" y="2175324"/>
                </a:lnTo>
                <a:lnTo>
                  <a:pt x="385983" y="2146987"/>
                </a:lnTo>
                <a:lnTo>
                  <a:pt x="392027" y="2139216"/>
                </a:lnTo>
                <a:lnTo>
                  <a:pt x="392890" y="2137010"/>
                </a:lnTo>
                <a:lnTo>
                  <a:pt x="385983" y="2146987"/>
                </a:lnTo>
                <a:lnTo>
                  <a:pt x="369405" y="2168302"/>
                </a:lnTo>
                <a:lnTo>
                  <a:pt x="365656" y="2174279"/>
                </a:lnTo>
                <a:lnTo>
                  <a:pt x="342348" y="2139962"/>
                </a:lnTo>
                <a:lnTo>
                  <a:pt x="353460" y="2118317"/>
                </a:lnTo>
                <a:cubicBezTo>
                  <a:pt x="364879" y="2093972"/>
                  <a:pt x="375651" y="2069411"/>
                  <a:pt x="386855" y="2044418"/>
                </a:cubicBezTo>
                <a:cubicBezTo>
                  <a:pt x="407538" y="1994435"/>
                  <a:pt x="429944" y="1944451"/>
                  <a:pt x="455799" y="1887573"/>
                </a:cubicBezTo>
                <a:cubicBezTo>
                  <a:pt x="458385" y="1872062"/>
                  <a:pt x="468726" y="1845777"/>
                  <a:pt x="476051" y="1823800"/>
                </a:cubicBezTo>
                <a:lnTo>
                  <a:pt x="482661" y="1798854"/>
                </a:lnTo>
                <a:lnTo>
                  <a:pt x="432378" y="1936237"/>
                </a:lnTo>
                <a:lnTo>
                  <a:pt x="336746" y="2131714"/>
                </a:lnTo>
                <a:lnTo>
                  <a:pt x="312848" y="2096527"/>
                </a:lnTo>
                <a:cubicBezTo>
                  <a:pt x="287820" y="2056304"/>
                  <a:pt x="263865" y="2014114"/>
                  <a:pt x="241698" y="1970494"/>
                </a:cubicBezTo>
                <a:cubicBezTo>
                  <a:pt x="197362" y="1881824"/>
                  <a:pt x="158749" y="1788864"/>
                  <a:pt x="130146" y="1695903"/>
                </a:cubicBezTo>
                <a:cubicBezTo>
                  <a:pt x="101542" y="1602944"/>
                  <a:pt x="80089" y="1511413"/>
                  <a:pt x="65788" y="1428464"/>
                </a:cubicBezTo>
                <a:cubicBezTo>
                  <a:pt x="62927" y="1407011"/>
                  <a:pt x="60067" y="1386989"/>
                  <a:pt x="57207" y="1366967"/>
                </a:cubicBezTo>
                <a:cubicBezTo>
                  <a:pt x="54346" y="1346944"/>
                  <a:pt x="51486" y="1328353"/>
                  <a:pt x="50057" y="1309760"/>
                </a:cubicBezTo>
                <a:cubicBezTo>
                  <a:pt x="48626" y="1291169"/>
                  <a:pt x="47196" y="1274007"/>
                  <a:pt x="44336" y="1256845"/>
                </a:cubicBezTo>
                <a:cubicBezTo>
                  <a:pt x="42905" y="1248264"/>
                  <a:pt x="42905" y="1239683"/>
                  <a:pt x="41476" y="1232532"/>
                </a:cubicBezTo>
                <a:cubicBezTo>
                  <a:pt x="41476" y="1223951"/>
                  <a:pt x="40045" y="1216801"/>
                  <a:pt x="40045" y="1209649"/>
                </a:cubicBezTo>
                <a:cubicBezTo>
                  <a:pt x="38615" y="1179616"/>
                  <a:pt x="35755" y="1153874"/>
                  <a:pt x="34324" y="1130991"/>
                </a:cubicBezTo>
                <a:cubicBezTo>
                  <a:pt x="32895" y="1109538"/>
                  <a:pt x="31464" y="1092376"/>
                  <a:pt x="30034" y="1079505"/>
                </a:cubicBezTo>
                <a:cubicBezTo>
                  <a:pt x="28603" y="1066635"/>
                  <a:pt x="26459" y="1059483"/>
                  <a:pt x="23599" y="1058411"/>
                </a:cubicBezTo>
                <a:cubicBezTo>
                  <a:pt x="20739" y="1057337"/>
                  <a:pt x="17162" y="1062343"/>
                  <a:pt x="12872" y="1073785"/>
                </a:cubicBezTo>
                <a:cubicBezTo>
                  <a:pt x="14302" y="1218230"/>
                  <a:pt x="30034" y="1371258"/>
                  <a:pt x="62927" y="1517134"/>
                </a:cubicBezTo>
                <a:cubicBezTo>
                  <a:pt x="95822" y="1663010"/>
                  <a:pt x="144447" y="1803166"/>
                  <a:pt x="200223" y="1927589"/>
                </a:cubicBezTo>
                <a:cubicBezTo>
                  <a:pt x="223105" y="1977645"/>
                  <a:pt x="260289" y="2047723"/>
                  <a:pt x="307485" y="2122091"/>
                </a:cubicBezTo>
                <a:lnTo>
                  <a:pt x="327552" y="2150508"/>
                </a:lnTo>
                <a:lnTo>
                  <a:pt x="326603" y="2152447"/>
                </a:lnTo>
                <a:lnTo>
                  <a:pt x="318895" y="2164633"/>
                </a:lnTo>
                <a:lnTo>
                  <a:pt x="289505" y="2123617"/>
                </a:lnTo>
                <a:cubicBezTo>
                  <a:pt x="244530" y="2051132"/>
                  <a:pt x="204457" y="1975881"/>
                  <a:pt x="169363" y="1898316"/>
                </a:cubicBezTo>
                <a:lnTo>
                  <a:pt x="133618" y="1809378"/>
                </a:lnTo>
                <a:lnTo>
                  <a:pt x="128715" y="1791725"/>
                </a:lnTo>
                <a:lnTo>
                  <a:pt x="118704" y="1760261"/>
                </a:lnTo>
                <a:cubicBezTo>
                  <a:pt x="111553" y="1740239"/>
                  <a:pt x="104403" y="1718786"/>
                  <a:pt x="97251" y="1698764"/>
                </a:cubicBezTo>
                <a:cubicBezTo>
                  <a:pt x="91530" y="1678741"/>
                  <a:pt x="85810" y="1657290"/>
                  <a:pt x="78660" y="1637267"/>
                </a:cubicBezTo>
                <a:lnTo>
                  <a:pt x="67167" y="1592343"/>
                </a:lnTo>
                <a:lnTo>
                  <a:pt x="42792" y="1477612"/>
                </a:lnTo>
                <a:lnTo>
                  <a:pt x="28603" y="1388420"/>
                </a:lnTo>
                <a:cubicBezTo>
                  <a:pt x="25743" y="1366967"/>
                  <a:pt x="22883" y="1346944"/>
                  <a:pt x="21453" y="1325493"/>
                </a:cubicBezTo>
                <a:cubicBezTo>
                  <a:pt x="20023" y="1304040"/>
                  <a:pt x="18593" y="1284017"/>
                  <a:pt x="17162" y="1262566"/>
                </a:cubicBezTo>
                <a:cubicBezTo>
                  <a:pt x="15733" y="1252554"/>
                  <a:pt x="15733" y="1242543"/>
                  <a:pt x="14302" y="1231102"/>
                </a:cubicBezTo>
                <a:cubicBezTo>
                  <a:pt x="14302" y="1221090"/>
                  <a:pt x="14302" y="1211080"/>
                  <a:pt x="12872" y="1199639"/>
                </a:cubicBezTo>
                <a:cubicBezTo>
                  <a:pt x="11442" y="1179616"/>
                  <a:pt x="11442" y="1158163"/>
                  <a:pt x="10012" y="1138141"/>
                </a:cubicBezTo>
                <a:cubicBezTo>
                  <a:pt x="8581" y="1057337"/>
                  <a:pt x="11799" y="978679"/>
                  <a:pt x="17520" y="903774"/>
                </a:cubicBezTo>
                <a:lnTo>
                  <a:pt x="38928" y="702431"/>
                </a:lnTo>
                <a:lnTo>
                  <a:pt x="38614" y="703374"/>
                </a:lnTo>
                <a:cubicBezTo>
                  <a:pt x="14302" y="824937"/>
                  <a:pt x="1430" y="945070"/>
                  <a:pt x="0" y="1063774"/>
                </a:cubicBezTo>
                <a:cubicBezTo>
                  <a:pt x="1430" y="816356"/>
                  <a:pt x="48626" y="563218"/>
                  <a:pt x="157318" y="321521"/>
                </a:cubicBezTo>
                <a:cubicBezTo>
                  <a:pt x="180200" y="271466"/>
                  <a:pt x="213093" y="192806"/>
                  <a:pt x="238836" y="142751"/>
                </a:cubicBezTo>
                <a:cubicBezTo>
                  <a:pt x="255283" y="110930"/>
                  <a:pt x="272981" y="79377"/>
                  <a:pt x="291886" y="48181"/>
                </a:cubicBezTo>
                <a:lnTo>
                  <a:pt x="323315" y="0"/>
                </a:lnTo>
                <a:close/>
                <a:moveTo>
                  <a:pt x="296223" y="73499"/>
                </a:moveTo>
                <a:lnTo>
                  <a:pt x="291993" y="74071"/>
                </a:lnTo>
                <a:lnTo>
                  <a:pt x="226502" y="184159"/>
                </a:lnTo>
                <a:cubicBezTo>
                  <a:pt x="170367" y="289320"/>
                  <a:pt x="123530" y="400649"/>
                  <a:pt x="87418" y="516895"/>
                </a:cubicBezTo>
                <a:lnTo>
                  <a:pt x="47497" y="671472"/>
                </a:lnTo>
                <a:lnTo>
                  <a:pt x="49876" y="664938"/>
                </a:lnTo>
                <a:cubicBezTo>
                  <a:pt x="52558" y="658324"/>
                  <a:pt x="55061" y="651888"/>
                  <a:pt x="58638" y="639016"/>
                </a:cubicBezTo>
                <a:cubicBezTo>
                  <a:pt x="82950" y="544626"/>
                  <a:pt x="117273" y="453095"/>
                  <a:pt x="153028" y="367286"/>
                </a:cubicBezTo>
                <a:cubicBezTo>
                  <a:pt x="188781" y="281476"/>
                  <a:pt x="230257" y="201387"/>
                  <a:pt x="268870" y="125588"/>
                </a:cubicBezTo>
                <a:cubicBezTo>
                  <a:pt x="266725" y="124516"/>
                  <a:pt x="291931" y="84829"/>
                  <a:pt x="296223" y="73499"/>
                </a:cubicBezTo>
                <a:close/>
                <a:moveTo>
                  <a:pt x="650562" y="1220547"/>
                </a:moveTo>
                <a:lnTo>
                  <a:pt x="639267" y="1247245"/>
                </a:lnTo>
                <a:lnTo>
                  <a:pt x="635051" y="1286045"/>
                </a:lnTo>
                <a:lnTo>
                  <a:pt x="629613" y="1267919"/>
                </a:lnTo>
                <a:lnTo>
                  <a:pt x="627625" y="1270478"/>
                </a:lnTo>
                <a:lnTo>
                  <a:pt x="633328" y="1289492"/>
                </a:lnTo>
                <a:cubicBezTo>
                  <a:pt x="631604" y="1298109"/>
                  <a:pt x="631604" y="1306728"/>
                  <a:pt x="629881" y="1317070"/>
                </a:cubicBezTo>
                <a:cubicBezTo>
                  <a:pt x="633328" y="1322239"/>
                  <a:pt x="635051" y="1330858"/>
                  <a:pt x="636776" y="1339475"/>
                </a:cubicBezTo>
                <a:lnTo>
                  <a:pt x="642119" y="1339178"/>
                </a:lnTo>
                <a:lnTo>
                  <a:pt x="638498" y="1327409"/>
                </a:lnTo>
                <a:cubicBezTo>
                  <a:pt x="640221" y="1317068"/>
                  <a:pt x="640221" y="1308451"/>
                  <a:pt x="641945" y="1299832"/>
                </a:cubicBezTo>
                <a:cubicBezTo>
                  <a:pt x="645393" y="1275702"/>
                  <a:pt x="647115" y="1248125"/>
                  <a:pt x="650562" y="1220547"/>
                </a:cubicBezTo>
                <a:close/>
                <a:moveTo>
                  <a:pt x="724677" y="1294662"/>
                </a:moveTo>
                <a:cubicBezTo>
                  <a:pt x="721230" y="1301556"/>
                  <a:pt x="717783" y="1306728"/>
                  <a:pt x="714336" y="1317070"/>
                </a:cubicBezTo>
                <a:lnTo>
                  <a:pt x="711965" y="1364036"/>
                </a:lnTo>
                <a:cubicBezTo>
                  <a:pt x="711752" y="1377394"/>
                  <a:pt x="711752" y="1390321"/>
                  <a:pt x="710889" y="1408418"/>
                </a:cubicBezTo>
                <a:lnTo>
                  <a:pt x="693653" y="1461454"/>
                </a:lnTo>
                <a:lnTo>
                  <a:pt x="693653" y="1467512"/>
                </a:lnTo>
                <a:lnTo>
                  <a:pt x="714336" y="1408418"/>
                </a:lnTo>
                <a:cubicBezTo>
                  <a:pt x="716060" y="1372222"/>
                  <a:pt x="714336" y="1356711"/>
                  <a:pt x="717783" y="1317068"/>
                </a:cubicBezTo>
                <a:lnTo>
                  <a:pt x="725819" y="1299658"/>
                </a:lnTo>
                <a:lnTo>
                  <a:pt x="724677" y="1294662"/>
                </a:lnTo>
                <a:close/>
                <a:moveTo>
                  <a:pt x="709164" y="1311898"/>
                </a:moveTo>
                <a:lnTo>
                  <a:pt x="689093" y="1395525"/>
                </a:lnTo>
                <a:lnTo>
                  <a:pt x="689095" y="1395525"/>
                </a:lnTo>
                <a:lnTo>
                  <a:pt x="709166" y="1311900"/>
                </a:lnTo>
                <a:lnTo>
                  <a:pt x="709164" y="1311898"/>
                </a:lnTo>
                <a:close/>
                <a:moveTo>
                  <a:pt x="459716" y="1965619"/>
                </a:moveTo>
                <a:lnTo>
                  <a:pt x="417880" y="2039248"/>
                </a:lnTo>
                <a:lnTo>
                  <a:pt x="417111" y="2041018"/>
                </a:lnTo>
                <a:lnTo>
                  <a:pt x="459246" y="1966858"/>
                </a:lnTo>
                <a:lnTo>
                  <a:pt x="459716" y="1965619"/>
                </a:lnTo>
                <a:close/>
                <a:moveTo>
                  <a:pt x="687526" y="1544122"/>
                </a:moveTo>
                <a:lnTo>
                  <a:pt x="686907" y="1547171"/>
                </a:lnTo>
                <a:lnTo>
                  <a:pt x="691928" y="1553199"/>
                </a:lnTo>
                <a:cubicBezTo>
                  <a:pt x="697100" y="1558371"/>
                  <a:pt x="702270" y="1565265"/>
                  <a:pt x="707441" y="1570435"/>
                </a:cubicBezTo>
                <a:cubicBezTo>
                  <a:pt x="710889" y="1566988"/>
                  <a:pt x="714336" y="1563540"/>
                  <a:pt x="717783" y="1563540"/>
                </a:cubicBezTo>
                <a:lnTo>
                  <a:pt x="718043" y="1562218"/>
                </a:lnTo>
                <a:lnTo>
                  <a:pt x="710889" y="1566988"/>
                </a:lnTo>
                <a:cubicBezTo>
                  <a:pt x="703994" y="1563540"/>
                  <a:pt x="698824" y="1556646"/>
                  <a:pt x="693653" y="1551475"/>
                </a:cubicBezTo>
                <a:lnTo>
                  <a:pt x="687526" y="1544122"/>
                </a:lnTo>
                <a:close/>
              </a:path>
            </a:pathLst>
          </a:custGeom>
          <a:solidFill>
            <a:schemeClr val="tx1">
              <a:lumMod val="85000"/>
              <a:lumOff val="15000"/>
            </a:schemeClr>
          </a:solidFill>
          <a:ln w="9525" cap="flat">
            <a:noFill/>
            <a:prstDash val="solid"/>
            <a:miter/>
          </a:ln>
        </p:spPr>
        <p:txBody>
          <a:bodyPr rtlCol="0" anchor="ctr"/>
          <a:lstStyle/>
          <a:p>
            <a:endParaRPr lang="en-US" noProof="0" dirty="0"/>
          </a:p>
        </p:txBody>
      </p:sp>
      <p:grpSp>
        <p:nvGrpSpPr>
          <p:cNvPr id="192" name="Group 191">
            <a:extLst>
              <a:ext uri="{FF2B5EF4-FFF2-40B4-BE49-F238E27FC236}">
                <a16:creationId xmlns:a16="http://schemas.microsoft.com/office/drawing/2014/main" xmlns="" id="{03F3DBFF-E893-4319-8149-7985258E7BD0}"/>
              </a:ext>
            </a:extLst>
          </p:cNvPr>
          <p:cNvGrpSpPr/>
          <p:nvPr userDrawn="1"/>
        </p:nvGrpSpPr>
        <p:grpSpPr>
          <a:xfrm>
            <a:off x="7999730" y="2916193"/>
            <a:ext cx="449973" cy="1657292"/>
            <a:chOff x="7999730" y="2916193"/>
            <a:chExt cx="449973" cy="1657292"/>
          </a:xfrm>
        </p:grpSpPr>
        <p:sp>
          <p:nvSpPr>
            <p:cNvPr id="179" name="Freeform: Shape 178">
              <a:extLst>
                <a:ext uri="{FF2B5EF4-FFF2-40B4-BE49-F238E27FC236}">
                  <a16:creationId xmlns:a16="http://schemas.microsoft.com/office/drawing/2014/main" xmlns="" id="{1D69BD83-D846-4BC0-A795-F863DF62C211}"/>
                </a:ext>
              </a:extLst>
            </p:cNvPr>
            <p:cNvSpPr>
              <a:spLocks noChangeAspect="1"/>
            </p:cNvSpPr>
            <p:nvPr userDrawn="1"/>
          </p:nvSpPr>
          <p:spPr>
            <a:xfrm>
              <a:off x="7999730" y="2980625"/>
              <a:ext cx="391336" cy="1559276"/>
            </a:xfrm>
            <a:custGeom>
              <a:avLst/>
              <a:gdLst>
                <a:gd name="connsiteX0" fmla="*/ 212681 w 391336"/>
                <a:gd name="connsiteY0" fmla="*/ 0 h 1559276"/>
                <a:gd name="connsiteX1" fmla="*/ 220046 w 391336"/>
                <a:gd name="connsiteY1" fmla="*/ 14255 h 1559276"/>
                <a:gd name="connsiteX2" fmla="*/ 210820 w 391336"/>
                <a:gd name="connsiteY2" fmla="*/ 28585 h 1559276"/>
                <a:gd name="connsiteX3" fmla="*/ 188856 w 391336"/>
                <a:gd name="connsiteY3" fmla="*/ 67581 h 1559276"/>
                <a:gd name="connsiteX4" fmla="*/ 152997 w 391336"/>
                <a:gd name="connsiteY4" fmla="*/ 151251 h 1559276"/>
                <a:gd name="connsiteX5" fmla="*/ 167341 w 391336"/>
                <a:gd name="connsiteY5" fmla="*/ 110611 h 1559276"/>
                <a:gd name="connsiteX6" fmla="*/ 130286 w 391336"/>
                <a:gd name="connsiteY6" fmla="*/ 203844 h 1559276"/>
                <a:gd name="connsiteX7" fmla="*/ 111162 w 391336"/>
                <a:gd name="connsiteY7" fmla="*/ 251656 h 1559276"/>
                <a:gd name="connsiteX8" fmla="*/ 94427 w 391336"/>
                <a:gd name="connsiteY8" fmla="*/ 298272 h 1559276"/>
                <a:gd name="connsiteX9" fmla="*/ 80084 w 391336"/>
                <a:gd name="connsiteY9" fmla="*/ 343693 h 1559276"/>
                <a:gd name="connsiteX10" fmla="*/ 68131 w 391336"/>
                <a:gd name="connsiteY10" fmla="*/ 386724 h 1559276"/>
                <a:gd name="connsiteX11" fmla="*/ 56178 w 391336"/>
                <a:gd name="connsiteY11" fmla="*/ 460832 h 1559276"/>
                <a:gd name="connsiteX12" fmla="*/ 68131 w 391336"/>
                <a:gd name="connsiteY12" fmla="*/ 397481 h 1559276"/>
                <a:gd name="connsiteX13" fmla="*/ 70111 w 391336"/>
                <a:gd name="connsiteY13" fmla="*/ 409284 h 1559276"/>
                <a:gd name="connsiteX14" fmla="*/ 71996 w 391336"/>
                <a:gd name="connsiteY14" fmla="*/ 411069 h 1559276"/>
                <a:gd name="connsiteX15" fmla="*/ 96276 w 391336"/>
                <a:gd name="connsiteY15" fmla="*/ 316640 h 1559276"/>
                <a:gd name="connsiteX16" fmla="*/ 212151 w 391336"/>
                <a:gd name="connsiteY16" fmla="*/ 42332 h 1559276"/>
                <a:gd name="connsiteX17" fmla="*/ 224257 w 391336"/>
                <a:gd name="connsiteY17" fmla="*/ 22405 h 1559276"/>
                <a:gd name="connsiteX18" fmla="*/ 232589 w 391336"/>
                <a:gd name="connsiteY18" fmla="*/ 38533 h 1559276"/>
                <a:gd name="connsiteX19" fmla="*/ 252612 w 391336"/>
                <a:gd name="connsiteY19" fmla="*/ 81437 h 1559276"/>
                <a:gd name="connsiteX20" fmla="*/ 271204 w 391336"/>
                <a:gd name="connsiteY20" fmla="*/ 125772 h 1559276"/>
                <a:gd name="connsiteX21" fmla="*/ 289796 w 391336"/>
                <a:gd name="connsiteY21" fmla="*/ 171537 h 1559276"/>
                <a:gd name="connsiteX22" fmla="*/ 306958 w 391336"/>
                <a:gd name="connsiteY22" fmla="*/ 221593 h 1559276"/>
                <a:gd name="connsiteX23" fmla="*/ 298376 w 391336"/>
                <a:gd name="connsiteY23" fmla="*/ 213012 h 1559276"/>
                <a:gd name="connsiteX24" fmla="*/ 379895 w 391336"/>
                <a:gd name="connsiteY24" fmla="*/ 507625 h 1559276"/>
                <a:gd name="connsiteX25" fmla="*/ 356196 w 391336"/>
                <a:gd name="connsiteY25" fmla="*/ 449599 h 1559276"/>
                <a:gd name="connsiteX26" fmla="*/ 381886 w 391336"/>
                <a:gd name="connsiteY26" fmla="*/ 617930 h 1559276"/>
                <a:gd name="connsiteX27" fmla="*/ 391336 w 391336"/>
                <a:gd name="connsiteY27" fmla="*/ 805098 h 1559276"/>
                <a:gd name="connsiteX28" fmla="*/ 247478 w 391336"/>
                <a:gd name="connsiteY28" fmla="*/ 1517653 h 1559276"/>
                <a:gd name="connsiteX29" fmla="*/ 227427 w 391336"/>
                <a:gd name="connsiteY29" fmla="*/ 1559276 h 1559276"/>
                <a:gd name="connsiteX30" fmla="*/ 213956 w 391336"/>
                <a:gd name="connsiteY30" fmla="*/ 1535396 h 1559276"/>
                <a:gd name="connsiteX31" fmla="*/ 196028 w 391336"/>
                <a:gd name="connsiteY31" fmla="*/ 1505515 h 1559276"/>
                <a:gd name="connsiteX32" fmla="*/ 173317 w 391336"/>
                <a:gd name="connsiteY32" fmla="*/ 1466070 h 1559276"/>
                <a:gd name="connsiteX33" fmla="*/ 170926 w 391336"/>
                <a:gd name="connsiteY33" fmla="*/ 1440969 h 1559276"/>
                <a:gd name="connsiteX34" fmla="*/ 152997 w 391336"/>
                <a:gd name="connsiteY34" fmla="*/ 1415867 h 1559276"/>
                <a:gd name="connsiteX35" fmla="*/ 125505 w 391336"/>
                <a:gd name="connsiteY35" fmla="*/ 1362080 h 1559276"/>
                <a:gd name="connsiteX36" fmla="*/ 95623 w 391336"/>
                <a:gd name="connsiteY36" fmla="*/ 1293948 h 1559276"/>
                <a:gd name="connsiteX37" fmla="*/ 69327 w 391336"/>
                <a:gd name="connsiteY37" fmla="*/ 1227012 h 1559276"/>
                <a:gd name="connsiteX38" fmla="*/ 68131 w 391336"/>
                <a:gd name="connsiteY38" fmla="*/ 1187568 h 1559276"/>
                <a:gd name="connsiteX39" fmla="*/ 56178 w 391336"/>
                <a:gd name="connsiteY39" fmla="*/ 1170834 h 1559276"/>
                <a:gd name="connsiteX40" fmla="*/ 43031 w 391336"/>
                <a:gd name="connsiteY40" fmla="*/ 1093139 h 1559276"/>
                <a:gd name="connsiteX41" fmla="*/ 43031 w 391336"/>
                <a:gd name="connsiteY41" fmla="*/ 1083577 h 1559276"/>
                <a:gd name="connsiteX42" fmla="*/ 21515 w 391336"/>
                <a:gd name="connsiteY42" fmla="*/ 1020227 h 1559276"/>
                <a:gd name="connsiteX43" fmla="*/ 14344 w 391336"/>
                <a:gd name="connsiteY43" fmla="*/ 972416 h 1559276"/>
                <a:gd name="connsiteX44" fmla="*/ 8367 w 391336"/>
                <a:gd name="connsiteY44" fmla="*/ 917432 h 1559276"/>
                <a:gd name="connsiteX45" fmla="*/ 0 w 391336"/>
                <a:gd name="connsiteY45" fmla="*/ 693913 h 1559276"/>
                <a:gd name="connsiteX46" fmla="*/ 4781 w 391336"/>
                <a:gd name="connsiteY46" fmla="*/ 752482 h 1559276"/>
                <a:gd name="connsiteX47" fmla="*/ 8367 w 391336"/>
                <a:gd name="connsiteY47" fmla="*/ 788341 h 1559276"/>
                <a:gd name="connsiteX48" fmla="*/ 14344 w 391336"/>
                <a:gd name="connsiteY48" fmla="*/ 796708 h 1559276"/>
                <a:gd name="connsiteX49" fmla="*/ 11953 w 391336"/>
                <a:gd name="connsiteY49" fmla="*/ 759654 h 1559276"/>
                <a:gd name="connsiteX50" fmla="*/ 13148 w 391336"/>
                <a:gd name="connsiteY50" fmla="*/ 711843 h 1559276"/>
                <a:gd name="connsiteX51" fmla="*/ 13148 w 391336"/>
                <a:gd name="connsiteY51" fmla="*/ 690327 h 1559276"/>
                <a:gd name="connsiteX52" fmla="*/ 13148 w 391336"/>
                <a:gd name="connsiteY52" fmla="*/ 673593 h 1559276"/>
                <a:gd name="connsiteX53" fmla="*/ 8367 w 391336"/>
                <a:gd name="connsiteY53" fmla="*/ 666422 h 1559276"/>
                <a:gd name="connsiteX54" fmla="*/ 10757 w 391336"/>
                <a:gd name="connsiteY54" fmla="*/ 621001 h 1559276"/>
                <a:gd name="connsiteX55" fmla="*/ 15538 w 391336"/>
                <a:gd name="connsiteY55" fmla="*/ 573189 h 1559276"/>
                <a:gd name="connsiteX56" fmla="*/ 20320 w 391336"/>
                <a:gd name="connsiteY56" fmla="*/ 525377 h 1559276"/>
                <a:gd name="connsiteX57" fmla="*/ 27491 w 391336"/>
                <a:gd name="connsiteY57" fmla="*/ 479956 h 1559276"/>
                <a:gd name="connsiteX58" fmla="*/ 66936 w 391336"/>
                <a:gd name="connsiteY58" fmla="*/ 344888 h 1559276"/>
                <a:gd name="connsiteX59" fmla="*/ 68131 w 391336"/>
                <a:gd name="connsiteY59" fmla="*/ 316201 h 1559276"/>
                <a:gd name="connsiteX60" fmla="*/ 86061 w 391336"/>
                <a:gd name="connsiteY60" fmla="*/ 256437 h 1559276"/>
                <a:gd name="connsiteX61" fmla="*/ 141044 w 391336"/>
                <a:gd name="connsiteY61" fmla="*/ 116588 h 1559276"/>
                <a:gd name="connsiteX62" fmla="*/ 158973 w 391336"/>
                <a:gd name="connsiteY62" fmla="*/ 92683 h 1559276"/>
                <a:gd name="connsiteX63" fmla="*/ 179294 w 391336"/>
                <a:gd name="connsiteY63" fmla="*/ 49652 h 1559276"/>
                <a:gd name="connsiteX64" fmla="*/ 188856 w 391336"/>
                <a:gd name="connsiteY64" fmla="*/ 29332 h 1559276"/>
                <a:gd name="connsiteX65" fmla="*/ 198418 w 391336"/>
                <a:gd name="connsiteY65" fmla="*/ 13794 h 1559276"/>
                <a:gd name="connsiteX66" fmla="*/ 180488 w 391336"/>
                <a:gd name="connsiteY66" fmla="*/ 58019 h 1559276"/>
                <a:gd name="connsiteX67" fmla="*/ 212681 w 391336"/>
                <a:gd name="connsiteY67" fmla="*/ 0 h 1559276"/>
                <a:gd name="connsiteX68" fmla="*/ 50202 w 391336"/>
                <a:gd name="connsiteY68" fmla="*/ 418996 h 1559276"/>
                <a:gd name="connsiteX69" fmla="*/ 40640 w 391336"/>
                <a:gd name="connsiteY69" fmla="*/ 465613 h 1559276"/>
                <a:gd name="connsiteX70" fmla="*/ 34663 w 391336"/>
                <a:gd name="connsiteY70" fmla="*/ 511034 h 1559276"/>
                <a:gd name="connsiteX71" fmla="*/ 26297 w 391336"/>
                <a:gd name="connsiteY71" fmla="*/ 598290 h 1559276"/>
                <a:gd name="connsiteX72" fmla="*/ 25101 w 391336"/>
                <a:gd name="connsiteY72" fmla="*/ 619805 h 1559276"/>
                <a:gd name="connsiteX73" fmla="*/ 23906 w 391336"/>
                <a:gd name="connsiteY73" fmla="*/ 641320 h 1559276"/>
                <a:gd name="connsiteX74" fmla="*/ 21515 w 391336"/>
                <a:gd name="connsiteY74" fmla="*/ 684350 h 1559276"/>
                <a:gd name="connsiteX75" fmla="*/ 19125 w 391336"/>
                <a:gd name="connsiteY75" fmla="*/ 775192 h 1559276"/>
                <a:gd name="connsiteX76" fmla="*/ 25101 w 391336"/>
                <a:gd name="connsiteY76" fmla="*/ 753677 h 1559276"/>
                <a:gd name="connsiteX77" fmla="*/ 25101 w 391336"/>
                <a:gd name="connsiteY77" fmla="*/ 850496 h 1559276"/>
                <a:gd name="connsiteX78" fmla="*/ 31078 w 391336"/>
                <a:gd name="connsiteY78" fmla="*/ 907870 h 1559276"/>
                <a:gd name="connsiteX79" fmla="*/ 32272 w 391336"/>
                <a:gd name="connsiteY79" fmla="*/ 930580 h 1559276"/>
                <a:gd name="connsiteX80" fmla="*/ 31078 w 391336"/>
                <a:gd name="connsiteY80" fmla="*/ 946119 h 1559276"/>
                <a:gd name="connsiteX81" fmla="*/ 40043 w 391336"/>
                <a:gd name="connsiteY81" fmla="*/ 961060 h 1559276"/>
                <a:gd name="connsiteX82" fmla="*/ 40784 w 391336"/>
                <a:gd name="connsiteY82" fmla="*/ 963380 h 1559276"/>
                <a:gd name="connsiteX83" fmla="*/ 35391 w 391336"/>
                <a:gd name="connsiteY83" fmla="*/ 928038 h 1559276"/>
                <a:gd name="connsiteX84" fmla="*/ 27491 w 391336"/>
                <a:gd name="connsiteY84" fmla="*/ 771607 h 1559276"/>
                <a:gd name="connsiteX85" fmla="*/ 35391 w 391336"/>
                <a:gd name="connsiteY85" fmla="*/ 615177 h 1559276"/>
                <a:gd name="connsiteX86" fmla="*/ 56102 w 391336"/>
                <a:gd name="connsiteY86" fmla="*/ 479470 h 1559276"/>
                <a:gd name="connsiteX87" fmla="*/ 54834 w 391336"/>
                <a:gd name="connsiteY87" fmla="*/ 477715 h 1559276"/>
                <a:gd name="connsiteX88" fmla="*/ 35859 w 391336"/>
                <a:gd name="connsiteY88" fmla="*/ 542112 h 1559276"/>
                <a:gd name="connsiteX89" fmla="*/ 46616 w 391336"/>
                <a:gd name="connsiteY89" fmla="*/ 466808 h 1559276"/>
                <a:gd name="connsiteX90" fmla="*/ 50202 w 391336"/>
                <a:gd name="connsiteY90" fmla="*/ 418996 h 1559276"/>
                <a:gd name="connsiteX91" fmla="*/ 39444 w 391336"/>
                <a:gd name="connsiteY91" fmla="*/ 1033375 h 1559276"/>
                <a:gd name="connsiteX92" fmla="*/ 52593 w 391336"/>
                <a:gd name="connsiteY92" fmla="*/ 1087164 h 1559276"/>
                <a:gd name="connsiteX93" fmla="*/ 68131 w 391336"/>
                <a:gd name="connsiteY93" fmla="*/ 1127803 h 1559276"/>
                <a:gd name="connsiteX94" fmla="*/ 65741 w 391336"/>
                <a:gd name="connsiteY94" fmla="*/ 1125413 h 1559276"/>
                <a:gd name="connsiteX95" fmla="*/ 100405 w 391336"/>
                <a:gd name="connsiteY95" fmla="*/ 1243746 h 1559276"/>
                <a:gd name="connsiteX96" fmla="*/ 94427 w 391336"/>
                <a:gd name="connsiteY96" fmla="*/ 1228208 h 1559276"/>
                <a:gd name="connsiteX97" fmla="*/ 107576 w 391336"/>
                <a:gd name="connsiteY97" fmla="*/ 1292753 h 1559276"/>
                <a:gd name="connsiteX98" fmla="*/ 130286 w 391336"/>
                <a:gd name="connsiteY98" fmla="*/ 1350127 h 1559276"/>
                <a:gd name="connsiteX99" fmla="*/ 148216 w 391336"/>
                <a:gd name="connsiteY99" fmla="*/ 1375228 h 1559276"/>
                <a:gd name="connsiteX100" fmla="*/ 143435 w 391336"/>
                <a:gd name="connsiteY100" fmla="*/ 1364471 h 1559276"/>
                <a:gd name="connsiteX101" fmla="*/ 166127 w 391336"/>
                <a:gd name="connsiteY101" fmla="*/ 1406660 h 1559276"/>
                <a:gd name="connsiteX102" fmla="*/ 166999 w 391336"/>
                <a:gd name="connsiteY102" fmla="*/ 1407153 h 1559276"/>
                <a:gd name="connsiteX103" fmla="*/ 147724 w 391336"/>
                <a:gd name="connsiteY103" fmla="*/ 1367141 h 1559276"/>
                <a:gd name="connsiteX104" fmla="*/ 58575 w 391336"/>
                <a:gd name="connsiteY104" fmla="*/ 1079949 h 1559276"/>
                <a:gd name="connsiteX105" fmla="*/ 53312 w 391336"/>
                <a:gd name="connsiteY105" fmla="*/ 1045462 h 1559276"/>
                <a:gd name="connsiteX106" fmla="*/ 51397 w 391336"/>
                <a:gd name="connsiteY106" fmla="*/ 1040547 h 1559276"/>
                <a:gd name="connsiteX107" fmla="*/ 39444 w 391336"/>
                <a:gd name="connsiteY107" fmla="*/ 1033375 h 1559276"/>
                <a:gd name="connsiteX108" fmla="*/ 184076 w 391336"/>
                <a:gd name="connsiteY108" fmla="*/ 1442603 h 1559276"/>
                <a:gd name="connsiteX109" fmla="*/ 185269 w 391336"/>
                <a:gd name="connsiteY109" fmla="*/ 1448141 h 1559276"/>
                <a:gd name="connsiteX110" fmla="*/ 196028 w 391336"/>
                <a:gd name="connsiteY110" fmla="*/ 1486390 h 1559276"/>
                <a:gd name="connsiteX111" fmla="*/ 229496 w 391336"/>
                <a:gd name="connsiteY111" fmla="*/ 1530615 h 1559276"/>
                <a:gd name="connsiteX112" fmla="*/ 234963 w 391336"/>
                <a:gd name="connsiteY112" fmla="*/ 1538433 h 1559276"/>
                <a:gd name="connsiteX113" fmla="*/ 212151 w 391336"/>
                <a:gd name="connsiteY113" fmla="*/ 1500882 h 1559276"/>
                <a:gd name="connsiteX114" fmla="*/ 184076 w 391336"/>
                <a:gd name="connsiteY114" fmla="*/ 1442603 h 155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91336" h="1559276">
                  <a:moveTo>
                    <a:pt x="212681" y="0"/>
                  </a:moveTo>
                  <a:lnTo>
                    <a:pt x="220046" y="14255"/>
                  </a:lnTo>
                  <a:lnTo>
                    <a:pt x="210820" y="28585"/>
                  </a:lnTo>
                  <a:cubicBezTo>
                    <a:pt x="203200" y="40986"/>
                    <a:pt x="195430" y="54433"/>
                    <a:pt x="188856" y="67581"/>
                  </a:cubicBezTo>
                  <a:cubicBezTo>
                    <a:pt x="174513" y="99854"/>
                    <a:pt x="182879" y="102245"/>
                    <a:pt x="152997" y="151251"/>
                  </a:cubicBezTo>
                  <a:cubicBezTo>
                    <a:pt x="157778" y="135713"/>
                    <a:pt x="174513" y="103440"/>
                    <a:pt x="167341" y="110611"/>
                  </a:cubicBezTo>
                  <a:cubicBezTo>
                    <a:pt x="156583" y="141689"/>
                    <a:pt x="142239" y="171572"/>
                    <a:pt x="130286" y="203844"/>
                  </a:cubicBezTo>
                  <a:cubicBezTo>
                    <a:pt x="124310" y="220578"/>
                    <a:pt x="117139" y="236117"/>
                    <a:pt x="111162" y="251656"/>
                  </a:cubicBezTo>
                  <a:cubicBezTo>
                    <a:pt x="105186" y="267195"/>
                    <a:pt x="100405" y="282733"/>
                    <a:pt x="94427" y="298272"/>
                  </a:cubicBezTo>
                  <a:cubicBezTo>
                    <a:pt x="88452" y="313811"/>
                    <a:pt x="84865" y="329350"/>
                    <a:pt x="80084" y="343693"/>
                  </a:cubicBezTo>
                  <a:cubicBezTo>
                    <a:pt x="75303" y="358037"/>
                    <a:pt x="71718" y="372380"/>
                    <a:pt x="68131" y="386724"/>
                  </a:cubicBezTo>
                  <a:cubicBezTo>
                    <a:pt x="62155" y="414215"/>
                    <a:pt x="57374" y="440511"/>
                    <a:pt x="56178" y="460832"/>
                  </a:cubicBezTo>
                  <a:lnTo>
                    <a:pt x="68131" y="397481"/>
                  </a:lnTo>
                  <a:cubicBezTo>
                    <a:pt x="67534" y="404653"/>
                    <a:pt x="68579" y="407567"/>
                    <a:pt x="70111" y="409284"/>
                  </a:cubicBezTo>
                  <a:lnTo>
                    <a:pt x="71996" y="411069"/>
                  </a:lnTo>
                  <a:lnTo>
                    <a:pt x="96276" y="316640"/>
                  </a:lnTo>
                  <a:cubicBezTo>
                    <a:pt x="126077" y="220825"/>
                    <a:pt x="165044" y="129047"/>
                    <a:pt x="212151" y="42332"/>
                  </a:cubicBezTo>
                  <a:lnTo>
                    <a:pt x="224257" y="22405"/>
                  </a:lnTo>
                  <a:lnTo>
                    <a:pt x="232589" y="38533"/>
                  </a:lnTo>
                  <a:cubicBezTo>
                    <a:pt x="239741" y="52834"/>
                    <a:pt x="245462" y="67136"/>
                    <a:pt x="252612" y="81437"/>
                  </a:cubicBezTo>
                  <a:cubicBezTo>
                    <a:pt x="259763" y="95739"/>
                    <a:pt x="265482" y="110041"/>
                    <a:pt x="271204" y="125772"/>
                  </a:cubicBezTo>
                  <a:cubicBezTo>
                    <a:pt x="276925" y="140073"/>
                    <a:pt x="284075" y="155806"/>
                    <a:pt x="289796" y="171537"/>
                  </a:cubicBezTo>
                  <a:cubicBezTo>
                    <a:pt x="295516" y="187269"/>
                    <a:pt x="301237" y="204431"/>
                    <a:pt x="306958" y="221593"/>
                  </a:cubicBezTo>
                  <a:cubicBezTo>
                    <a:pt x="305528" y="221593"/>
                    <a:pt x="304097" y="224453"/>
                    <a:pt x="298376" y="213012"/>
                  </a:cubicBezTo>
                  <a:cubicBezTo>
                    <a:pt x="331271" y="298822"/>
                    <a:pt x="362734" y="403223"/>
                    <a:pt x="379895" y="507625"/>
                  </a:cubicBezTo>
                  <a:lnTo>
                    <a:pt x="356196" y="449599"/>
                  </a:lnTo>
                  <a:lnTo>
                    <a:pt x="381886" y="617930"/>
                  </a:lnTo>
                  <a:cubicBezTo>
                    <a:pt x="388135" y="679469"/>
                    <a:pt x="391336" y="741910"/>
                    <a:pt x="391336" y="805098"/>
                  </a:cubicBezTo>
                  <a:cubicBezTo>
                    <a:pt x="391336" y="1057851"/>
                    <a:pt x="340112" y="1298641"/>
                    <a:pt x="247478" y="1517653"/>
                  </a:cubicBezTo>
                  <a:lnTo>
                    <a:pt x="227427" y="1559276"/>
                  </a:lnTo>
                  <a:lnTo>
                    <a:pt x="213956" y="1535396"/>
                  </a:lnTo>
                  <a:cubicBezTo>
                    <a:pt x="209175" y="1527030"/>
                    <a:pt x="203199" y="1516272"/>
                    <a:pt x="196028" y="1505515"/>
                  </a:cubicBezTo>
                  <a:cubicBezTo>
                    <a:pt x="188856" y="1493562"/>
                    <a:pt x="181684" y="1480413"/>
                    <a:pt x="173317" y="1466070"/>
                  </a:cubicBezTo>
                  <a:cubicBezTo>
                    <a:pt x="187660" y="1491171"/>
                    <a:pt x="180488" y="1464875"/>
                    <a:pt x="170926" y="1440969"/>
                  </a:cubicBezTo>
                  <a:cubicBezTo>
                    <a:pt x="167341" y="1439773"/>
                    <a:pt x="161364" y="1430211"/>
                    <a:pt x="152997" y="1415867"/>
                  </a:cubicBezTo>
                  <a:cubicBezTo>
                    <a:pt x="145826" y="1401524"/>
                    <a:pt x="135067" y="1383595"/>
                    <a:pt x="125505" y="1362080"/>
                  </a:cubicBezTo>
                  <a:cubicBezTo>
                    <a:pt x="115943" y="1340565"/>
                    <a:pt x="105186" y="1317854"/>
                    <a:pt x="95623" y="1293948"/>
                  </a:cubicBezTo>
                  <a:cubicBezTo>
                    <a:pt x="86061" y="1270042"/>
                    <a:pt x="76499" y="1247332"/>
                    <a:pt x="69327" y="1227012"/>
                  </a:cubicBezTo>
                  <a:cubicBezTo>
                    <a:pt x="66936" y="1207887"/>
                    <a:pt x="80084" y="1230598"/>
                    <a:pt x="68131" y="1187568"/>
                  </a:cubicBezTo>
                  <a:cubicBezTo>
                    <a:pt x="51397" y="1133779"/>
                    <a:pt x="63350" y="1182787"/>
                    <a:pt x="56178" y="1170834"/>
                  </a:cubicBezTo>
                  <a:cubicBezTo>
                    <a:pt x="51397" y="1148123"/>
                    <a:pt x="49006" y="1115850"/>
                    <a:pt x="43031" y="1093139"/>
                  </a:cubicBezTo>
                  <a:cubicBezTo>
                    <a:pt x="44225" y="1097921"/>
                    <a:pt x="45421" y="1097921"/>
                    <a:pt x="43031" y="1083577"/>
                  </a:cubicBezTo>
                  <a:cubicBezTo>
                    <a:pt x="34663" y="1071624"/>
                    <a:pt x="27491" y="1048914"/>
                    <a:pt x="21515" y="1020227"/>
                  </a:cubicBezTo>
                  <a:cubicBezTo>
                    <a:pt x="17929" y="1005884"/>
                    <a:pt x="16734" y="989150"/>
                    <a:pt x="14344" y="972416"/>
                  </a:cubicBezTo>
                  <a:cubicBezTo>
                    <a:pt x="11953" y="954486"/>
                    <a:pt x="9563" y="936557"/>
                    <a:pt x="8367" y="917432"/>
                  </a:cubicBezTo>
                  <a:cubicBezTo>
                    <a:pt x="2391" y="840934"/>
                    <a:pt x="4781" y="756068"/>
                    <a:pt x="0" y="693913"/>
                  </a:cubicBezTo>
                  <a:cubicBezTo>
                    <a:pt x="2391" y="695109"/>
                    <a:pt x="3585" y="724990"/>
                    <a:pt x="4781" y="752482"/>
                  </a:cubicBezTo>
                  <a:cubicBezTo>
                    <a:pt x="5976" y="766826"/>
                    <a:pt x="7172" y="779974"/>
                    <a:pt x="8367" y="788341"/>
                  </a:cubicBezTo>
                  <a:cubicBezTo>
                    <a:pt x="10757" y="796708"/>
                    <a:pt x="11953" y="800294"/>
                    <a:pt x="14344" y="796708"/>
                  </a:cubicBezTo>
                  <a:cubicBezTo>
                    <a:pt x="13148" y="788341"/>
                    <a:pt x="11953" y="775192"/>
                    <a:pt x="11953" y="759654"/>
                  </a:cubicBezTo>
                  <a:cubicBezTo>
                    <a:pt x="11953" y="744115"/>
                    <a:pt x="13148" y="727381"/>
                    <a:pt x="13148" y="711843"/>
                  </a:cubicBezTo>
                  <a:cubicBezTo>
                    <a:pt x="13148" y="704671"/>
                    <a:pt x="13148" y="696303"/>
                    <a:pt x="13148" y="690327"/>
                  </a:cubicBezTo>
                  <a:cubicBezTo>
                    <a:pt x="13148" y="683156"/>
                    <a:pt x="13148" y="678375"/>
                    <a:pt x="13148" y="673593"/>
                  </a:cubicBezTo>
                  <a:cubicBezTo>
                    <a:pt x="13148" y="665226"/>
                    <a:pt x="11953" y="661640"/>
                    <a:pt x="8367" y="666422"/>
                  </a:cubicBezTo>
                  <a:cubicBezTo>
                    <a:pt x="9563" y="652078"/>
                    <a:pt x="9563" y="636539"/>
                    <a:pt x="10757" y="621001"/>
                  </a:cubicBezTo>
                  <a:cubicBezTo>
                    <a:pt x="11953" y="604267"/>
                    <a:pt x="14344" y="588727"/>
                    <a:pt x="15538" y="573189"/>
                  </a:cubicBezTo>
                  <a:cubicBezTo>
                    <a:pt x="16734" y="556455"/>
                    <a:pt x="17929" y="540916"/>
                    <a:pt x="20320" y="525377"/>
                  </a:cubicBezTo>
                  <a:cubicBezTo>
                    <a:pt x="22710" y="509838"/>
                    <a:pt x="25101" y="494300"/>
                    <a:pt x="27491" y="479956"/>
                  </a:cubicBezTo>
                  <a:cubicBezTo>
                    <a:pt x="38250" y="420192"/>
                    <a:pt x="52593" y="369990"/>
                    <a:pt x="66936" y="344888"/>
                  </a:cubicBezTo>
                  <a:cubicBezTo>
                    <a:pt x="63350" y="342498"/>
                    <a:pt x="64546" y="331741"/>
                    <a:pt x="68131" y="316201"/>
                  </a:cubicBezTo>
                  <a:cubicBezTo>
                    <a:pt x="71718" y="300663"/>
                    <a:pt x="78889" y="279148"/>
                    <a:pt x="86061" y="256437"/>
                  </a:cubicBezTo>
                  <a:cubicBezTo>
                    <a:pt x="101599" y="211016"/>
                    <a:pt x="125505" y="156032"/>
                    <a:pt x="141044" y="116588"/>
                  </a:cubicBezTo>
                  <a:cubicBezTo>
                    <a:pt x="139848" y="135713"/>
                    <a:pt x="148216" y="118979"/>
                    <a:pt x="158973" y="92683"/>
                  </a:cubicBezTo>
                  <a:cubicBezTo>
                    <a:pt x="164950" y="79534"/>
                    <a:pt x="172122" y="63996"/>
                    <a:pt x="179294" y="49652"/>
                  </a:cubicBezTo>
                  <a:cubicBezTo>
                    <a:pt x="182879" y="42481"/>
                    <a:pt x="185269" y="35309"/>
                    <a:pt x="188856" y="29332"/>
                  </a:cubicBezTo>
                  <a:cubicBezTo>
                    <a:pt x="192441" y="23356"/>
                    <a:pt x="196028" y="18575"/>
                    <a:pt x="198418" y="13794"/>
                  </a:cubicBezTo>
                  <a:cubicBezTo>
                    <a:pt x="191247" y="28137"/>
                    <a:pt x="186465" y="43675"/>
                    <a:pt x="180488" y="58019"/>
                  </a:cubicBezTo>
                  <a:lnTo>
                    <a:pt x="212681" y="0"/>
                  </a:lnTo>
                  <a:close/>
                  <a:moveTo>
                    <a:pt x="50202" y="418996"/>
                  </a:moveTo>
                  <a:cubicBezTo>
                    <a:pt x="46616" y="435730"/>
                    <a:pt x="43031" y="450074"/>
                    <a:pt x="40640" y="465613"/>
                  </a:cubicBezTo>
                  <a:cubicBezTo>
                    <a:pt x="38250" y="481151"/>
                    <a:pt x="37054" y="496691"/>
                    <a:pt x="34663" y="511034"/>
                  </a:cubicBezTo>
                  <a:cubicBezTo>
                    <a:pt x="29882" y="540916"/>
                    <a:pt x="28687" y="569603"/>
                    <a:pt x="26297" y="598290"/>
                  </a:cubicBezTo>
                  <a:lnTo>
                    <a:pt x="25101" y="619805"/>
                  </a:lnTo>
                  <a:lnTo>
                    <a:pt x="23906" y="641320"/>
                  </a:lnTo>
                  <a:cubicBezTo>
                    <a:pt x="22710" y="655663"/>
                    <a:pt x="22710" y="670007"/>
                    <a:pt x="21515" y="684350"/>
                  </a:cubicBezTo>
                  <a:cubicBezTo>
                    <a:pt x="20320" y="714233"/>
                    <a:pt x="21515" y="744115"/>
                    <a:pt x="19125" y="775192"/>
                  </a:cubicBezTo>
                  <a:lnTo>
                    <a:pt x="25101" y="753677"/>
                  </a:lnTo>
                  <a:cubicBezTo>
                    <a:pt x="19125" y="769217"/>
                    <a:pt x="22710" y="809856"/>
                    <a:pt x="25101" y="850496"/>
                  </a:cubicBezTo>
                  <a:cubicBezTo>
                    <a:pt x="27491" y="870816"/>
                    <a:pt x="29882" y="891136"/>
                    <a:pt x="31078" y="907870"/>
                  </a:cubicBezTo>
                  <a:cubicBezTo>
                    <a:pt x="32272" y="916237"/>
                    <a:pt x="32272" y="924604"/>
                    <a:pt x="32272" y="930580"/>
                  </a:cubicBezTo>
                  <a:cubicBezTo>
                    <a:pt x="32272" y="937752"/>
                    <a:pt x="32272" y="942533"/>
                    <a:pt x="31078" y="946119"/>
                  </a:cubicBezTo>
                  <a:cubicBezTo>
                    <a:pt x="31675" y="933569"/>
                    <a:pt x="35560" y="946119"/>
                    <a:pt x="40043" y="961060"/>
                  </a:cubicBezTo>
                  <a:lnTo>
                    <a:pt x="40784" y="963380"/>
                  </a:lnTo>
                  <a:lnTo>
                    <a:pt x="35391" y="928038"/>
                  </a:lnTo>
                  <a:cubicBezTo>
                    <a:pt x="30168" y="876604"/>
                    <a:pt x="27491" y="824418"/>
                    <a:pt x="27491" y="771607"/>
                  </a:cubicBezTo>
                  <a:cubicBezTo>
                    <a:pt x="27491" y="718796"/>
                    <a:pt x="30168" y="666610"/>
                    <a:pt x="35391" y="615177"/>
                  </a:cubicBezTo>
                  <a:lnTo>
                    <a:pt x="56102" y="479470"/>
                  </a:lnTo>
                  <a:lnTo>
                    <a:pt x="54834" y="477715"/>
                  </a:lnTo>
                  <a:cubicBezTo>
                    <a:pt x="51697" y="475474"/>
                    <a:pt x="47214" y="483543"/>
                    <a:pt x="35859" y="542112"/>
                  </a:cubicBezTo>
                  <a:cubicBezTo>
                    <a:pt x="44225" y="503862"/>
                    <a:pt x="46616" y="483542"/>
                    <a:pt x="46616" y="466808"/>
                  </a:cubicBezTo>
                  <a:cubicBezTo>
                    <a:pt x="47812" y="450074"/>
                    <a:pt x="46616" y="438121"/>
                    <a:pt x="50202" y="418996"/>
                  </a:cubicBezTo>
                  <a:close/>
                  <a:moveTo>
                    <a:pt x="39444" y="1033375"/>
                  </a:moveTo>
                  <a:cubicBezTo>
                    <a:pt x="43031" y="1058477"/>
                    <a:pt x="47812" y="1074015"/>
                    <a:pt x="52593" y="1087164"/>
                  </a:cubicBezTo>
                  <a:cubicBezTo>
                    <a:pt x="57374" y="1100311"/>
                    <a:pt x="63350" y="1111069"/>
                    <a:pt x="68131" y="1127803"/>
                  </a:cubicBezTo>
                  <a:lnTo>
                    <a:pt x="65741" y="1125413"/>
                  </a:lnTo>
                  <a:cubicBezTo>
                    <a:pt x="72912" y="1154100"/>
                    <a:pt x="84865" y="1200715"/>
                    <a:pt x="100405" y="1243746"/>
                  </a:cubicBezTo>
                  <a:cubicBezTo>
                    <a:pt x="99209" y="1237770"/>
                    <a:pt x="96818" y="1232989"/>
                    <a:pt x="94427" y="1228208"/>
                  </a:cubicBezTo>
                  <a:cubicBezTo>
                    <a:pt x="95623" y="1243746"/>
                    <a:pt x="126701" y="1328612"/>
                    <a:pt x="107576" y="1292753"/>
                  </a:cubicBezTo>
                  <a:cubicBezTo>
                    <a:pt x="115943" y="1323831"/>
                    <a:pt x="124310" y="1339369"/>
                    <a:pt x="130286" y="1350127"/>
                  </a:cubicBezTo>
                  <a:cubicBezTo>
                    <a:pt x="136263" y="1360884"/>
                    <a:pt x="141044" y="1366861"/>
                    <a:pt x="148216" y="1375228"/>
                  </a:cubicBezTo>
                  <a:cubicBezTo>
                    <a:pt x="145826" y="1371642"/>
                    <a:pt x="144630" y="1368056"/>
                    <a:pt x="143435" y="1364471"/>
                  </a:cubicBezTo>
                  <a:cubicBezTo>
                    <a:pt x="148815" y="1377021"/>
                    <a:pt x="160244" y="1398985"/>
                    <a:pt x="166127" y="1406660"/>
                  </a:cubicBezTo>
                  <a:lnTo>
                    <a:pt x="166999" y="1407153"/>
                  </a:lnTo>
                  <a:lnTo>
                    <a:pt x="147724" y="1367141"/>
                  </a:lnTo>
                  <a:cubicBezTo>
                    <a:pt x="109014" y="1275619"/>
                    <a:pt x="78956" y="1179547"/>
                    <a:pt x="58575" y="1079949"/>
                  </a:cubicBezTo>
                  <a:lnTo>
                    <a:pt x="53312" y="1045462"/>
                  </a:lnTo>
                  <a:lnTo>
                    <a:pt x="51397" y="1040547"/>
                  </a:lnTo>
                  <a:cubicBezTo>
                    <a:pt x="63350" y="1095530"/>
                    <a:pt x="44225" y="1038156"/>
                    <a:pt x="39444" y="1033375"/>
                  </a:cubicBezTo>
                  <a:close/>
                  <a:moveTo>
                    <a:pt x="184076" y="1442603"/>
                  </a:moveTo>
                  <a:lnTo>
                    <a:pt x="185269" y="1448141"/>
                  </a:lnTo>
                  <a:cubicBezTo>
                    <a:pt x="185269" y="1454117"/>
                    <a:pt x="182879" y="1457703"/>
                    <a:pt x="196028" y="1486390"/>
                  </a:cubicBezTo>
                  <a:cubicBezTo>
                    <a:pt x="209175" y="1507905"/>
                    <a:pt x="218738" y="1516272"/>
                    <a:pt x="229496" y="1530615"/>
                  </a:cubicBezTo>
                  <a:lnTo>
                    <a:pt x="234963" y="1538433"/>
                  </a:lnTo>
                  <a:lnTo>
                    <a:pt x="212151" y="1500882"/>
                  </a:lnTo>
                  <a:lnTo>
                    <a:pt x="184076" y="1442603"/>
                  </a:lnTo>
                  <a:close/>
                </a:path>
              </a:pathLst>
            </a:custGeom>
            <a:solidFill>
              <a:schemeClr val="accent1">
                <a:lumMod val="50000"/>
              </a:schemeClr>
            </a:solidFill>
            <a:ln w="9525" cap="flat">
              <a:noFill/>
              <a:prstDash val="solid"/>
              <a:miter/>
            </a:ln>
          </p:spPr>
          <p:txBody>
            <a:bodyPr rtlCol="0" anchor="ctr"/>
            <a:lstStyle/>
            <a:p>
              <a:endParaRPr lang="en-US" noProof="0" dirty="0"/>
            </a:p>
          </p:txBody>
        </p:sp>
        <p:grpSp>
          <p:nvGrpSpPr>
            <p:cNvPr id="182" name="Group 181">
              <a:extLst>
                <a:ext uri="{FF2B5EF4-FFF2-40B4-BE49-F238E27FC236}">
                  <a16:creationId xmlns:a16="http://schemas.microsoft.com/office/drawing/2014/main" xmlns="" id="{72A805DF-EC6B-453D-9258-D4B8F8C47608}"/>
                </a:ext>
              </a:extLst>
            </p:cNvPr>
            <p:cNvGrpSpPr/>
            <p:nvPr userDrawn="1"/>
          </p:nvGrpSpPr>
          <p:grpSpPr>
            <a:xfrm>
              <a:off x="8018856" y="2916193"/>
              <a:ext cx="430847" cy="1657292"/>
              <a:chOff x="8018856" y="2916193"/>
              <a:chExt cx="430847" cy="1657292"/>
            </a:xfrm>
          </p:grpSpPr>
          <p:sp>
            <p:nvSpPr>
              <p:cNvPr id="183" name="Freeform: Shape 182">
                <a:extLst>
                  <a:ext uri="{FF2B5EF4-FFF2-40B4-BE49-F238E27FC236}">
                    <a16:creationId xmlns:a16="http://schemas.microsoft.com/office/drawing/2014/main" xmlns="" id="{76047B8E-A135-41FD-9E76-76387785A2EE}"/>
                  </a:ext>
                </a:extLst>
              </p:cNvPr>
              <p:cNvSpPr>
                <a:spLocks noChangeAspect="1"/>
              </p:cNvSpPr>
              <p:nvPr userDrawn="1"/>
            </p:nvSpPr>
            <p:spPr>
              <a:xfrm>
                <a:off x="8231094" y="2916193"/>
                <a:ext cx="218609" cy="681846"/>
              </a:xfrm>
              <a:custGeom>
                <a:avLst/>
                <a:gdLst>
                  <a:gd name="connsiteX0" fmla="*/ 17610 w 218609"/>
                  <a:gd name="connsiteY0" fmla="*/ 0 h 681846"/>
                  <a:gd name="connsiteX1" fmla="*/ 27840 w 218609"/>
                  <a:gd name="connsiteY1" fmla="*/ 20026 h 681846"/>
                  <a:gd name="connsiteX2" fmla="*/ 20842 w 218609"/>
                  <a:gd name="connsiteY2" fmla="*/ 28023 h 681846"/>
                  <a:gd name="connsiteX3" fmla="*/ 24877 w 218609"/>
                  <a:gd name="connsiteY3" fmla="*/ 32805 h 681846"/>
                  <a:gd name="connsiteX4" fmla="*/ 25733 w 218609"/>
                  <a:gd name="connsiteY4" fmla="*/ 32782 h 681846"/>
                  <a:gd name="connsiteX5" fmla="*/ 30417 w 218609"/>
                  <a:gd name="connsiteY5" fmla="*/ 25071 h 681846"/>
                  <a:gd name="connsiteX6" fmla="*/ 74408 w 218609"/>
                  <a:gd name="connsiteY6" fmla="*/ 111188 h 681846"/>
                  <a:gd name="connsiteX7" fmla="*/ 218609 w 218609"/>
                  <a:gd name="connsiteY7" fmla="*/ 667879 h 681846"/>
                  <a:gd name="connsiteX8" fmla="*/ 194297 w 218609"/>
                  <a:gd name="connsiteY8" fmla="*/ 672168 h 681846"/>
                  <a:gd name="connsiteX9" fmla="*/ 59750 w 218609"/>
                  <a:gd name="connsiteY9" fmla="*/ 156306 h 681846"/>
                  <a:gd name="connsiteX10" fmla="*/ 11843 w 218609"/>
                  <a:gd name="connsiteY10" fmla="*/ 55645 h 681846"/>
                  <a:gd name="connsiteX11" fmla="*/ 13712 w 218609"/>
                  <a:gd name="connsiteY11" fmla="*/ 52568 h 681846"/>
                  <a:gd name="connsiteX12" fmla="*/ 13821 w 218609"/>
                  <a:gd name="connsiteY12" fmla="*/ 44907 h 681846"/>
                  <a:gd name="connsiteX13" fmla="*/ 9250 w 218609"/>
                  <a:gd name="connsiteY13" fmla="*/ 50197 h 681846"/>
                  <a:gd name="connsiteX14" fmla="*/ 0 w 218609"/>
                  <a:gd name="connsiteY14" fmla="*/ 30761 h 681846"/>
                  <a:gd name="connsiteX15" fmla="*/ 14866 w 218609"/>
                  <a:gd name="connsiteY15" fmla="*/ 3968 h 681846"/>
                  <a:gd name="connsiteX16" fmla="*/ 17610 w 218609"/>
                  <a:gd name="connsiteY16" fmla="*/ 0 h 68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09" h="681846">
                    <a:moveTo>
                      <a:pt x="17610" y="0"/>
                    </a:moveTo>
                    <a:lnTo>
                      <a:pt x="27840" y="20026"/>
                    </a:lnTo>
                    <a:lnTo>
                      <a:pt x="20842" y="28023"/>
                    </a:lnTo>
                    <a:cubicBezTo>
                      <a:pt x="13073" y="42964"/>
                      <a:pt x="20245" y="36390"/>
                      <a:pt x="24877" y="32805"/>
                    </a:cubicBezTo>
                    <a:lnTo>
                      <a:pt x="25733" y="32782"/>
                    </a:lnTo>
                    <a:lnTo>
                      <a:pt x="30417" y="25071"/>
                    </a:lnTo>
                    <a:lnTo>
                      <a:pt x="74408" y="111188"/>
                    </a:lnTo>
                    <a:cubicBezTo>
                      <a:pt x="152643" y="287098"/>
                      <a:pt x="202520" y="475879"/>
                      <a:pt x="218609" y="667879"/>
                    </a:cubicBezTo>
                    <a:cubicBezTo>
                      <a:pt x="212888" y="686470"/>
                      <a:pt x="204307" y="685040"/>
                      <a:pt x="194297" y="672168"/>
                    </a:cubicBezTo>
                    <a:cubicBezTo>
                      <a:pt x="174990" y="498404"/>
                      <a:pt x="129135" y="322227"/>
                      <a:pt x="59750" y="156306"/>
                    </a:cubicBezTo>
                    <a:lnTo>
                      <a:pt x="11843" y="55645"/>
                    </a:lnTo>
                    <a:lnTo>
                      <a:pt x="13712" y="52568"/>
                    </a:lnTo>
                    <a:lnTo>
                      <a:pt x="13821" y="44907"/>
                    </a:lnTo>
                    <a:lnTo>
                      <a:pt x="9250" y="50197"/>
                    </a:lnTo>
                    <a:lnTo>
                      <a:pt x="0" y="30761"/>
                    </a:lnTo>
                    <a:lnTo>
                      <a:pt x="14866" y="3968"/>
                    </a:lnTo>
                    <a:lnTo>
                      <a:pt x="17610"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4" name="Freeform: Shape 183">
                <a:extLst>
                  <a:ext uri="{FF2B5EF4-FFF2-40B4-BE49-F238E27FC236}">
                    <a16:creationId xmlns:a16="http://schemas.microsoft.com/office/drawing/2014/main" xmlns="" id="{9A7738CE-642C-4213-B254-E3F950BD9EF0}"/>
                  </a:ext>
                </a:extLst>
              </p:cNvPr>
              <p:cNvSpPr>
                <a:spLocks noChangeAspect="1"/>
              </p:cNvSpPr>
              <p:nvPr userDrawn="1"/>
            </p:nvSpPr>
            <p:spPr>
              <a:xfrm>
                <a:off x="8228692" y="2977563"/>
                <a:ext cx="179537" cy="579335"/>
              </a:xfrm>
              <a:custGeom>
                <a:avLst/>
                <a:gdLst>
                  <a:gd name="connsiteX0" fmla="*/ 10767 w 179537"/>
                  <a:gd name="connsiteY0" fmla="*/ 0 h 579335"/>
                  <a:gd name="connsiteX1" fmla="*/ 87293 w 179537"/>
                  <a:gd name="connsiteY1" fmla="*/ 180499 h 579335"/>
                  <a:gd name="connsiteX2" fmla="*/ 179537 w 179537"/>
                  <a:gd name="connsiteY2" fmla="*/ 579335 h 579335"/>
                  <a:gd name="connsiteX3" fmla="*/ 165235 w 179537"/>
                  <a:gd name="connsiteY3" fmla="*/ 545011 h 579335"/>
                  <a:gd name="connsiteX4" fmla="*/ 69415 w 179537"/>
                  <a:gd name="connsiteY4" fmla="*/ 171738 h 579335"/>
                  <a:gd name="connsiteX5" fmla="*/ 0 w 179537"/>
                  <a:gd name="connsiteY5" fmla="*/ 17723 h 579335"/>
                  <a:gd name="connsiteX6" fmla="*/ 10767 w 179537"/>
                  <a:gd name="connsiteY6" fmla="*/ 0 h 57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37" h="579335">
                    <a:moveTo>
                      <a:pt x="10767" y="0"/>
                    </a:moveTo>
                    <a:lnTo>
                      <a:pt x="87293" y="180499"/>
                    </a:lnTo>
                    <a:cubicBezTo>
                      <a:pt x="133415" y="309750"/>
                      <a:pt x="164521" y="444185"/>
                      <a:pt x="179537" y="579335"/>
                    </a:cubicBezTo>
                    <a:cubicBezTo>
                      <a:pt x="175247" y="569323"/>
                      <a:pt x="169527" y="557882"/>
                      <a:pt x="165235" y="545011"/>
                    </a:cubicBezTo>
                    <a:cubicBezTo>
                      <a:pt x="146644" y="416297"/>
                      <a:pt x="113750" y="289012"/>
                      <a:pt x="69415" y="171738"/>
                    </a:cubicBezTo>
                    <a:lnTo>
                      <a:pt x="0" y="17723"/>
                    </a:lnTo>
                    <a:lnTo>
                      <a:pt x="10767"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5" name="Freeform: Shape 184">
                <a:extLst>
                  <a:ext uri="{FF2B5EF4-FFF2-40B4-BE49-F238E27FC236}">
                    <a16:creationId xmlns:a16="http://schemas.microsoft.com/office/drawing/2014/main" xmlns="" id="{BF480885-8366-4391-ABB6-03FD4B3ECE8D}"/>
                  </a:ext>
                </a:extLst>
              </p:cNvPr>
              <p:cNvSpPr>
                <a:spLocks noChangeAspect="1"/>
              </p:cNvSpPr>
              <p:nvPr userDrawn="1"/>
            </p:nvSpPr>
            <p:spPr>
              <a:xfrm>
                <a:off x="8030808" y="4045983"/>
                <a:ext cx="2390" cy="5071"/>
              </a:xfrm>
              <a:custGeom>
                <a:avLst/>
                <a:gdLst>
                  <a:gd name="connsiteX0" fmla="*/ 746 w 2390"/>
                  <a:gd name="connsiteY0" fmla="*/ 589 h 5071"/>
                  <a:gd name="connsiteX1" fmla="*/ 2390 w 2390"/>
                  <a:gd name="connsiteY1" fmla="*/ 5071 h 5071"/>
                  <a:gd name="connsiteX2" fmla="*/ 0 w 2390"/>
                  <a:gd name="connsiteY2" fmla="*/ 1485 h 5071"/>
                  <a:gd name="connsiteX3" fmla="*/ 746 w 2390"/>
                  <a:gd name="connsiteY3" fmla="*/ 589 h 5071"/>
                </a:gdLst>
                <a:ahLst/>
                <a:cxnLst>
                  <a:cxn ang="0">
                    <a:pos x="connsiteX0" y="connsiteY0"/>
                  </a:cxn>
                  <a:cxn ang="0">
                    <a:pos x="connsiteX1" y="connsiteY1"/>
                  </a:cxn>
                  <a:cxn ang="0">
                    <a:pos x="connsiteX2" y="connsiteY2"/>
                  </a:cxn>
                  <a:cxn ang="0">
                    <a:pos x="connsiteX3" y="connsiteY3"/>
                  </a:cxn>
                </a:cxnLst>
                <a:rect l="l" t="t" r="r" b="b"/>
                <a:pathLst>
                  <a:path w="2390" h="5071">
                    <a:moveTo>
                      <a:pt x="746" y="589"/>
                    </a:moveTo>
                    <a:cubicBezTo>
                      <a:pt x="1196" y="1485"/>
                      <a:pt x="1793" y="3278"/>
                      <a:pt x="2390" y="5071"/>
                    </a:cubicBezTo>
                    <a:cubicBezTo>
                      <a:pt x="1194" y="3876"/>
                      <a:pt x="1194" y="2681"/>
                      <a:pt x="0" y="1485"/>
                    </a:cubicBezTo>
                    <a:cubicBezTo>
                      <a:pt x="0" y="-307"/>
                      <a:pt x="298" y="-307"/>
                      <a:pt x="746" y="589"/>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6" name="Freeform: Shape 185">
                <a:extLst>
                  <a:ext uri="{FF2B5EF4-FFF2-40B4-BE49-F238E27FC236}">
                    <a16:creationId xmlns:a16="http://schemas.microsoft.com/office/drawing/2014/main" xmlns="" id="{4B31CB29-437E-4E20-999E-FF6C58817C3D}"/>
                  </a:ext>
                </a:extLst>
              </p:cNvPr>
              <p:cNvSpPr>
                <a:spLocks noChangeAspect="1"/>
              </p:cNvSpPr>
              <p:nvPr userDrawn="1"/>
            </p:nvSpPr>
            <p:spPr>
              <a:xfrm>
                <a:off x="8033199" y="4052249"/>
                <a:ext cx="8367" cy="23906"/>
              </a:xfrm>
              <a:custGeom>
                <a:avLst/>
                <a:gdLst>
                  <a:gd name="connsiteX0" fmla="*/ 0 w 8367"/>
                  <a:gd name="connsiteY0" fmla="*/ 0 h 23906"/>
                  <a:gd name="connsiteX1" fmla="*/ 8367 w 8367"/>
                  <a:gd name="connsiteY1" fmla="*/ 23906 h 23906"/>
                  <a:gd name="connsiteX2" fmla="*/ 0 w 8367"/>
                  <a:gd name="connsiteY2" fmla="*/ 0 h 23906"/>
                </a:gdLst>
                <a:ahLst/>
                <a:cxnLst>
                  <a:cxn ang="0">
                    <a:pos x="connsiteX0" y="connsiteY0"/>
                  </a:cxn>
                  <a:cxn ang="0">
                    <a:pos x="connsiteX1" y="connsiteY1"/>
                  </a:cxn>
                  <a:cxn ang="0">
                    <a:pos x="connsiteX2" y="connsiteY2"/>
                  </a:cxn>
                </a:cxnLst>
                <a:rect l="l" t="t" r="r" b="b"/>
                <a:pathLst>
                  <a:path w="8367" h="23906">
                    <a:moveTo>
                      <a:pt x="0" y="0"/>
                    </a:moveTo>
                    <a:cubicBezTo>
                      <a:pt x="2391" y="4781"/>
                      <a:pt x="4782" y="13148"/>
                      <a:pt x="8367" y="23906"/>
                    </a:cubicBezTo>
                    <a:cubicBezTo>
                      <a:pt x="5976" y="19125"/>
                      <a:pt x="2391" y="7172"/>
                      <a:pt x="0"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7" name="Freeform: Shape 186">
                <a:extLst>
                  <a:ext uri="{FF2B5EF4-FFF2-40B4-BE49-F238E27FC236}">
                    <a16:creationId xmlns:a16="http://schemas.microsoft.com/office/drawing/2014/main" xmlns="" id="{83D8A735-3ABA-4849-89DF-84368587DD59}"/>
                  </a:ext>
                </a:extLst>
              </p:cNvPr>
              <p:cNvSpPr>
                <a:spLocks noChangeAspect="1"/>
              </p:cNvSpPr>
              <p:nvPr userDrawn="1"/>
            </p:nvSpPr>
            <p:spPr>
              <a:xfrm>
                <a:off x="8235532" y="4357787"/>
                <a:ext cx="73772" cy="215698"/>
              </a:xfrm>
              <a:custGeom>
                <a:avLst/>
                <a:gdLst>
                  <a:gd name="connsiteX0" fmla="*/ 72585 w 73772"/>
                  <a:gd name="connsiteY0" fmla="*/ 0 h 215698"/>
                  <a:gd name="connsiteX1" fmla="*/ 64006 w 73772"/>
                  <a:gd name="connsiteY1" fmla="*/ 60067 h 215698"/>
                  <a:gd name="connsiteX2" fmla="*/ 66866 w 73772"/>
                  <a:gd name="connsiteY2" fmla="*/ 82949 h 215698"/>
                  <a:gd name="connsiteX3" fmla="*/ 11753 w 73772"/>
                  <a:gd name="connsiteY3" fmla="*/ 215698 h 215698"/>
                  <a:gd name="connsiteX4" fmla="*/ 11174 w 73772"/>
                  <a:gd name="connsiteY4" fmla="*/ 215498 h 215698"/>
                  <a:gd name="connsiteX5" fmla="*/ 4451 w 73772"/>
                  <a:gd name="connsiteY5" fmla="*/ 204851 h 215698"/>
                  <a:gd name="connsiteX6" fmla="*/ 0 w 73772"/>
                  <a:gd name="connsiteY6" fmla="*/ 196961 h 215698"/>
                  <a:gd name="connsiteX7" fmla="*/ 1078 w 73772"/>
                  <a:gd name="connsiteY7" fmla="*/ 195038 h 215698"/>
                  <a:gd name="connsiteX8" fmla="*/ 21101 w 73772"/>
                  <a:gd name="connsiteY8" fmla="*/ 148737 h 215698"/>
                  <a:gd name="connsiteX9" fmla="*/ 42552 w 73772"/>
                  <a:gd name="connsiteY9" fmla="*/ 88670 h 215698"/>
                  <a:gd name="connsiteX10" fmla="*/ 53994 w 73772"/>
                  <a:gd name="connsiteY10" fmla="*/ 54346 h 215698"/>
                  <a:gd name="connsiteX11" fmla="*/ 64006 w 73772"/>
                  <a:gd name="connsiteY11" fmla="*/ 18591 h 215698"/>
                  <a:gd name="connsiteX12" fmla="*/ 72585 w 73772"/>
                  <a:gd name="connsiteY12" fmla="*/ 0 h 21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772" h="215698">
                    <a:moveTo>
                      <a:pt x="72585" y="0"/>
                    </a:moveTo>
                    <a:cubicBezTo>
                      <a:pt x="52564" y="62927"/>
                      <a:pt x="56854" y="64357"/>
                      <a:pt x="64006" y="60067"/>
                    </a:cubicBezTo>
                    <a:cubicBezTo>
                      <a:pt x="69726" y="55776"/>
                      <a:pt x="81168" y="44334"/>
                      <a:pt x="66866" y="82949"/>
                    </a:cubicBezTo>
                    <a:lnTo>
                      <a:pt x="11753" y="215698"/>
                    </a:lnTo>
                    <a:lnTo>
                      <a:pt x="11174" y="215498"/>
                    </a:lnTo>
                    <a:lnTo>
                      <a:pt x="4451" y="204851"/>
                    </a:lnTo>
                    <a:lnTo>
                      <a:pt x="0" y="196961"/>
                    </a:lnTo>
                    <a:lnTo>
                      <a:pt x="1078" y="195038"/>
                    </a:lnTo>
                    <a:cubicBezTo>
                      <a:pt x="7156" y="182345"/>
                      <a:pt x="13950" y="166614"/>
                      <a:pt x="21101" y="148737"/>
                    </a:cubicBezTo>
                    <a:cubicBezTo>
                      <a:pt x="28251" y="130144"/>
                      <a:pt x="35402" y="110122"/>
                      <a:pt x="42552" y="88670"/>
                    </a:cubicBezTo>
                    <a:cubicBezTo>
                      <a:pt x="46844" y="77229"/>
                      <a:pt x="51133" y="67217"/>
                      <a:pt x="53994" y="54346"/>
                    </a:cubicBezTo>
                    <a:cubicBezTo>
                      <a:pt x="56854" y="42905"/>
                      <a:pt x="61145" y="31464"/>
                      <a:pt x="64006" y="18591"/>
                    </a:cubicBezTo>
                    <a:cubicBezTo>
                      <a:pt x="66866" y="12871"/>
                      <a:pt x="69726" y="7150"/>
                      <a:pt x="72585"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8" name="Freeform: Shape 187">
                <a:extLst>
                  <a:ext uri="{FF2B5EF4-FFF2-40B4-BE49-F238E27FC236}">
                    <a16:creationId xmlns:a16="http://schemas.microsoft.com/office/drawing/2014/main" xmlns="" id="{1E6A2C20-7D3D-4B35-91B0-8D908B65AE08}"/>
                  </a:ext>
                </a:extLst>
              </p:cNvPr>
              <p:cNvSpPr>
                <a:spLocks noChangeAspect="1"/>
              </p:cNvSpPr>
              <p:nvPr userDrawn="1"/>
            </p:nvSpPr>
            <p:spPr>
              <a:xfrm>
                <a:off x="8055909" y="2994880"/>
                <a:ext cx="168079" cy="446577"/>
              </a:xfrm>
              <a:custGeom>
                <a:avLst/>
                <a:gdLst>
                  <a:gd name="connsiteX0" fmla="*/ 163868 w 168079"/>
                  <a:gd name="connsiteY0" fmla="*/ 0 h 446577"/>
                  <a:gd name="connsiteX1" fmla="*/ 168079 w 168079"/>
                  <a:gd name="connsiteY1" fmla="*/ 8150 h 446577"/>
                  <a:gd name="connsiteX2" fmla="*/ 155973 w 168079"/>
                  <a:gd name="connsiteY2" fmla="*/ 28077 h 446577"/>
                  <a:gd name="connsiteX3" fmla="*/ 40098 w 168079"/>
                  <a:gd name="connsiteY3" fmla="*/ 302385 h 446577"/>
                  <a:gd name="connsiteX4" fmla="*/ 15818 w 168079"/>
                  <a:gd name="connsiteY4" fmla="*/ 396814 h 446577"/>
                  <a:gd name="connsiteX5" fmla="*/ 13933 w 168079"/>
                  <a:gd name="connsiteY5" fmla="*/ 395029 h 446577"/>
                  <a:gd name="connsiteX6" fmla="*/ 11953 w 168079"/>
                  <a:gd name="connsiteY6" fmla="*/ 383226 h 446577"/>
                  <a:gd name="connsiteX7" fmla="*/ 0 w 168079"/>
                  <a:gd name="connsiteY7" fmla="*/ 446577 h 446577"/>
                  <a:gd name="connsiteX8" fmla="*/ 11953 w 168079"/>
                  <a:gd name="connsiteY8" fmla="*/ 372469 h 446577"/>
                  <a:gd name="connsiteX9" fmla="*/ 23906 w 168079"/>
                  <a:gd name="connsiteY9" fmla="*/ 329438 h 446577"/>
                  <a:gd name="connsiteX10" fmla="*/ 38249 w 168079"/>
                  <a:gd name="connsiteY10" fmla="*/ 284017 h 446577"/>
                  <a:gd name="connsiteX11" fmla="*/ 54984 w 168079"/>
                  <a:gd name="connsiteY11" fmla="*/ 237401 h 446577"/>
                  <a:gd name="connsiteX12" fmla="*/ 74108 w 168079"/>
                  <a:gd name="connsiteY12" fmla="*/ 189589 h 446577"/>
                  <a:gd name="connsiteX13" fmla="*/ 111163 w 168079"/>
                  <a:gd name="connsiteY13" fmla="*/ 96356 h 446577"/>
                  <a:gd name="connsiteX14" fmla="*/ 96819 w 168079"/>
                  <a:gd name="connsiteY14" fmla="*/ 136996 h 446577"/>
                  <a:gd name="connsiteX15" fmla="*/ 132678 w 168079"/>
                  <a:gd name="connsiteY15" fmla="*/ 53326 h 446577"/>
                  <a:gd name="connsiteX16" fmla="*/ 154642 w 168079"/>
                  <a:gd name="connsiteY16" fmla="*/ 14330 h 446577"/>
                  <a:gd name="connsiteX17" fmla="*/ 163868 w 168079"/>
                  <a:gd name="connsiteY17" fmla="*/ 0 h 44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079" h="446577">
                    <a:moveTo>
                      <a:pt x="163868" y="0"/>
                    </a:moveTo>
                    <a:lnTo>
                      <a:pt x="168079" y="8150"/>
                    </a:lnTo>
                    <a:lnTo>
                      <a:pt x="155973" y="28077"/>
                    </a:lnTo>
                    <a:cubicBezTo>
                      <a:pt x="108866" y="114792"/>
                      <a:pt x="69899" y="206570"/>
                      <a:pt x="40098" y="302385"/>
                    </a:cubicBezTo>
                    <a:lnTo>
                      <a:pt x="15818" y="396814"/>
                    </a:lnTo>
                    <a:lnTo>
                      <a:pt x="13933" y="395029"/>
                    </a:lnTo>
                    <a:cubicBezTo>
                      <a:pt x="12401" y="393312"/>
                      <a:pt x="11356" y="390398"/>
                      <a:pt x="11953" y="383226"/>
                    </a:cubicBezTo>
                    <a:lnTo>
                      <a:pt x="0" y="446577"/>
                    </a:lnTo>
                    <a:cubicBezTo>
                      <a:pt x="1196" y="426256"/>
                      <a:pt x="5977" y="399960"/>
                      <a:pt x="11953" y="372469"/>
                    </a:cubicBezTo>
                    <a:cubicBezTo>
                      <a:pt x="15540" y="358125"/>
                      <a:pt x="19125" y="343782"/>
                      <a:pt x="23906" y="329438"/>
                    </a:cubicBezTo>
                    <a:cubicBezTo>
                      <a:pt x="28687" y="315095"/>
                      <a:pt x="32274" y="299556"/>
                      <a:pt x="38249" y="284017"/>
                    </a:cubicBezTo>
                    <a:cubicBezTo>
                      <a:pt x="44227" y="268478"/>
                      <a:pt x="49008" y="252940"/>
                      <a:pt x="54984" y="237401"/>
                    </a:cubicBezTo>
                    <a:cubicBezTo>
                      <a:pt x="60961" y="221862"/>
                      <a:pt x="68132" y="206323"/>
                      <a:pt x="74108" y="189589"/>
                    </a:cubicBezTo>
                    <a:cubicBezTo>
                      <a:pt x="86061" y="157317"/>
                      <a:pt x="100405" y="127434"/>
                      <a:pt x="111163" y="96356"/>
                    </a:cubicBezTo>
                    <a:cubicBezTo>
                      <a:pt x="118335" y="89185"/>
                      <a:pt x="101600" y="121458"/>
                      <a:pt x="96819" y="136996"/>
                    </a:cubicBezTo>
                    <a:cubicBezTo>
                      <a:pt x="126701" y="87990"/>
                      <a:pt x="118335" y="85599"/>
                      <a:pt x="132678" y="53326"/>
                    </a:cubicBezTo>
                    <a:cubicBezTo>
                      <a:pt x="139252" y="40178"/>
                      <a:pt x="147022" y="26731"/>
                      <a:pt x="154642" y="14330"/>
                    </a:cubicBezTo>
                    <a:lnTo>
                      <a:pt x="163868"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9" name="Freeform: Shape 188">
                <a:extLst>
                  <a:ext uri="{FF2B5EF4-FFF2-40B4-BE49-F238E27FC236}">
                    <a16:creationId xmlns:a16="http://schemas.microsoft.com/office/drawing/2014/main" xmlns="" id="{D32A1368-C580-448D-A8B5-F78895ED36AC}"/>
                  </a:ext>
                </a:extLst>
              </p:cNvPr>
              <p:cNvSpPr>
                <a:spLocks noChangeAspect="1"/>
              </p:cNvSpPr>
              <p:nvPr userDrawn="1"/>
            </p:nvSpPr>
            <p:spPr>
              <a:xfrm>
                <a:off x="8018856" y="3399621"/>
                <a:ext cx="36977" cy="544384"/>
              </a:xfrm>
              <a:custGeom>
                <a:avLst/>
                <a:gdLst>
                  <a:gd name="connsiteX0" fmla="*/ 31077 w 36977"/>
                  <a:gd name="connsiteY0" fmla="*/ 0 h 544384"/>
                  <a:gd name="connsiteX1" fmla="*/ 27491 w 36977"/>
                  <a:gd name="connsiteY1" fmla="*/ 47812 h 544384"/>
                  <a:gd name="connsiteX2" fmla="*/ 16734 w 36977"/>
                  <a:gd name="connsiteY2" fmla="*/ 123116 h 544384"/>
                  <a:gd name="connsiteX3" fmla="*/ 35709 w 36977"/>
                  <a:gd name="connsiteY3" fmla="*/ 58719 h 544384"/>
                  <a:gd name="connsiteX4" fmla="*/ 36977 w 36977"/>
                  <a:gd name="connsiteY4" fmla="*/ 60474 h 544384"/>
                  <a:gd name="connsiteX5" fmla="*/ 16266 w 36977"/>
                  <a:gd name="connsiteY5" fmla="*/ 196181 h 544384"/>
                  <a:gd name="connsiteX6" fmla="*/ 8366 w 36977"/>
                  <a:gd name="connsiteY6" fmla="*/ 352611 h 544384"/>
                  <a:gd name="connsiteX7" fmla="*/ 16266 w 36977"/>
                  <a:gd name="connsiteY7" fmla="*/ 509042 h 544384"/>
                  <a:gd name="connsiteX8" fmla="*/ 21659 w 36977"/>
                  <a:gd name="connsiteY8" fmla="*/ 544384 h 544384"/>
                  <a:gd name="connsiteX9" fmla="*/ 20918 w 36977"/>
                  <a:gd name="connsiteY9" fmla="*/ 542064 h 544384"/>
                  <a:gd name="connsiteX10" fmla="*/ 11953 w 36977"/>
                  <a:gd name="connsiteY10" fmla="*/ 527123 h 544384"/>
                  <a:gd name="connsiteX11" fmla="*/ 13147 w 36977"/>
                  <a:gd name="connsiteY11" fmla="*/ 511584 h 544384"/>
                  <a:gd name="connsiteX12" fmla="*/ 11953 w 36977"/>
                  <a:gd name="connsiteY12" fmla="*/ 488874 h 544384"/>
                  <a:gd name="connsiteX13" fmla="*/ 5976 w 36977"/>
                  <a:gd name="connsiteY13" fmla="*/ 431500 h 544384"/>
                  <a:gd name="connsiteX14" fmla="*/ 5976 w 36977"/>
                  <a:gd name="connsiteY14" fmla="*/ 334681 h 544384"/>
                  <a:gd name="connsiteX15" fmla="*/ 0 w 36977"/>
                  <a:gd name="connsiteY15" fmla="*/ 356196 h 544384"/>
                  <a:gd name="connsiteX16" fmla="*/ 2390 w 36977"/>
                  <a:gd name="connsiteY16" fmla="*/ 265354 h 544384"/>
                  <a:gd name="connsiteX17" fmla="*/ 4781 w 36977"/>
                  <a:gd name="connsiteY17" fmla="*/ 222324 h 544384"/>
                  <a:gd name="connsiteX18" fmla="*/ 5976 w 36977"/>
                  <a:gd name="connsiteY18" fmla="*/ 200809 h 544384"/>
                  <a:gd name="connsiteX19" fmla="*/ 7172 w 36977"/>
                  <a:gd name="connsiteY19" fmla="*/ 179294 h 544384"/>
                  <a:gd name="connsiteX20" fmla="*/ 15538 w 36977"/>
                  <a:gd name="connsiteY20" fmla="*/ 92038 h 544384"/>
                  <a:gd name="connsiteX21" fmla="*/ 21515 w 36977"/>
                  <a:gd name="connsiteY21" fmla="*/ 46617 h 544384"/>
                  <a:gd name="connsiteX22" fmla="*/ 31077 w 36977"/>
                  <a:gd name="connsiteY22" fmla="*/ 0 h 54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977" h="544384">
                    <a:moveTo>
                      <a:pt x="31077" y="0"/>
                    </a:moveTo>
                    <a:cubicBezTo>
                      <a:pt x="27491" y="19125"/>
                      <a:pt x="28687" y="31078"/>
                      <a:pt x="27491" y="47812"/>
                    </a:cubicBezTo>
                    <a:cubicBezTo>
                      <a:pt x="27491" y="64546"/>
                      <a:pt x="25100" y="84866"/>
                      <a:pt x="16734" y="123116"/>
                    </a:cubicBezTo>
                    <a:cubicBezTo>
                      <a:pt x="28089" y="64547"/>
                      <a:pt x="32572" y="56478"/>
                      <a:pt x="35709" y="58719"/>
                    </a:cubicBezTo>
                    <a:lnTo>
                      <a:pt x="36977" y="60474"/>
                    </a:lnTo>
                    <a:lnTo>
                      <a:pt x="16266" y="196181"/>
                    </a:lnTo>
                    <a:cubicBezTo>
                      <a:pt x="11043" y="247614"/>
                      <a:pt x="8366" y="299800"/>
                      <a:pt x="8366" y="352611"/>
                    </a:cubicBezTo>
                    <a:cubicBezTo>
                      <a:pt x="8366" y="405422"/>
                      <a:pt x="11043" y="457608"/>
                      <a:pt x="16266" y="509042"/>
                    </a:cubicBezTo>
                    <a:lnTo>
                      <a:pt x="21659" y="544384"/>
                    </a:lnTo>
                    <a:lnTo>
                      <a:pt x="20918" y="542064"/>
                    </a:lnTo>
                    <a:cubicBezTo>
                      <a:pt x="16435" y="527123"/>
                      <a:pt x="12550" y="514573"/>
                      <a:pt x="11953" y="527123"/>
                    </a:cubicBezTo>
                    <a:cubicBezTo>
                      <a:pt x="13147" y="523537"/>
                      <a:pt x="13147" y="518756"/>
                      <a:pt x="13147" y="511584"/>
                    </a:cubicBezTo>
                    <a:cubicBezTo>
                      <a:pt x="13147" y="505608"/>
                      <a:pt x="13147" y="497241"/>
                      <a:pt x="11953" y="488874"/>
                    </a:cubicBezTo>
                    <a:cubicBezTo>
                      <a:pt x="10757" y="472140"/>
                      <a:pt x="8366" y="451820"/>
                      <a:pt x="5976" y="431500"/>
                    </a:cubicBezTo>
                    <a:cubicBezTo>
                      <a:pt x="3585" y="390860"/>
                      <a:pt x="0" y="350221"/>
                      <a:pt x="5976" y="334681"/>
                    </a:cubicBezTo>
                    <a:lnTo>
                      <a:pt x="0" y="356196"/>
                    </a:lnTo>
                    <a:cubicBezTo>
                      <a:pt x="2390" y="325119"/>
                      <a:pt x="1195" y="295237"/>
                      <a:pt x="2390" y="265354"/>
                    </a:cubicBezTo>
                    <a:cubicBezTo>
                      <a:pt x="3585" y="251011"/>
                      <a:pt x="3585" y="236667"/>
                      <a:pt x="4781" y="222324"/>
                    </a:cubicBezTo>
                    <a:lnTo>
                      <a:pt x="5976" y="200809"/>
                    </a:lnTo>
                    <a:lnTo>
                      <a:pt x="7172" y="179294"/>
                    </a:lnTo>
                    <a:cubicBezTo>
                      <a:pt x="9562" y="150607"/>
                      <a:pt x="10757" y="121920"/>
                      <a:pt x="15538" y="92038"/>
                    </a:cubicBezTo>
                    <a:cubicBezTo>
                      <a:pt x="17929" y="77695"/>
                      <a:pt x="19125" y="62155"/>
                      <a:pt x="21515" y="46617"/>
                    </a:cubicBezTo>
                    <a:cubicBezTo>
                      <a:pt x="23906" y="31078"/>
                      <a:pt x="27491" y="16734"/>
                      <a:pt x="31077"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90" name="Freeform: Shape 189">
                <a:extLst>
                  <a:ext uri="{FF2B5EF4-FFF2-40B4-BE49-F238E27FC236}">
                    <a16:creationId xmlns:a16="http://schemas.microsoft.com/office/drawing/2014/main" xmlns="" id="{F7950CC4-5E6B-4F96-93AD-8D8759BD3864}"/>
                  </a:ext>
                </a:extLst>
              </p:cNvPr>
              <p:cNvSpPr>
                <a:spLocks noChangeAspect="1"/>
              </p:cNvSpPr>
              <p:nvPr userDrawn="1"/>
            </p:nvSpPr>
            <p:spPr>
              <a:xfrm>
                <a:off x="8039175" y="4014000"/>
                <a:ext cx="127555" cy="373778"/>
              </a:xfrm>
              <a:custGeom>
                <a:avLst/>
                <a:gdLst>
                  <a:gd name="connsiteX0" fmla="*/ 0 w 127555"/>
                  <a:gd name="connsiteY0" fmla="*/ 0 h 373778"/>
                  <a:gd name="connsiteX1" fmla="*/ 11953 w 127555"/>
                  <a:gd name="connsiteY1" fmla="*/ 7172 h 373778"/>
                  <a:gd name="connsiteX2" fmla="*/ 13868 w 127555"/>
                  <a:gd name="connsiteY2" fmla="*/ 12087 h 373778"/>
                  <a:gd name="connsiteX3" fmla="*/ 19131 w 127555"/>
                  <a:gd name="connsiteY3" fmla="*/ 46574 h 373778"/>
                  <a:gd name="connsiteX4" fmla="*/ 108280 w 127555"/>
                  <a:gd name="connsiteY4" fmla="*/ 333766 h 373778"/>
                  <a:gd name="connsiteX5" fmla="*/ 127555 w 127555"/>
                  <a:gd name="connsiteY5" fmla="*/ 373778 h 373778"/>
                  <a:gd name="connsiteX6" fmla="*/ 126683 w 127555"/>
                  <a:gd name="connsiteY6" fmla="*/ 373285 h 373778"/>
                  <a:gd name="connsiteX7" fmla="*/ 103991 w 127555"/>
                  <a:gd name="connsiteY7" fmla="*/ 331096 h 373778"/>
                  <a:gd name="connsiteX8" fmla="*/ 108772 w 127555"/>
                  <a:gd name="connsiteY8" fmla="*/ 341853 h 373778"/>
                  <a:gd name="connsiteX9" fmla="*/ 90842 w 127555"/>
                  <a:gd name="connsiteY9" fmla="*/ 316752 h 373778"/>
                  <a:gd name="connsiteX10" fmla="*/ 68132 w 127555"/>
                  <a:gd name="connsiteY10" fmla="*/ 259378 h 373778"/>
                  <a:gd name="connsiteX11" fmla="*/ 54983 w 127555"/>
                  <a:gd name="connsiteY11" fmla="*/ 194833 h 373778"/>
                  <a:gd name="connsiteX12" fmla="*/ 60961 w 127555"/>
                  <a:gd name="connsiteY12" fmla="*/ 210371 h 373778"/>
                  <a:gd name="connsiteX13" fmla="*/ 26297 w 127555"/>
                  <a:gd name="connsiteY13" fmla="*/ 92038 h 373778"/>
                  <a:gd name="connsiteX14" fmla="*/ 28687 w 127555"/>
                  <a:gd name="connsiteY14" fmla="*/ 94428 h 373778"/>
                  <a:gd name="connsiteX15" fmla="*/ 13149 w 127555"/>
                  <a:gd name="connsiteY15" fmla="*/ 53789 h 373778"/>
                  <a:gd name="connsiteX16" fmla="*/ 0 w 127555"/>
                  <a:gd name="connsiteY16" fmla="*/ 0 h 373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555" h="373778">
                    <a:moveTo>
                      <a:pt x="0" y="0"/>
                    </a:moveTo>
                    <a:cubicBezTo>
                      <a:pt x="4781" y="4781"/>
                      <a:pt x="23906" y="62155"/>
                      <a:pt x="11953" y="7172"/>
                    </a:cubicBezTo>
                    <a:lnTo>
                      <a:pt x="13868" y="12087"/>
                    </a:lnTo>
                    <a:lnTo>
                      <a:pt x="19131" y="46574"/>
                    </a:lnTo>
                    <a:cubicBezTo>
                      <a:pt x="39512" y="146172"/>
                      <a:pt x="69570" y="242244"/>
                      <a:pt x="108280" y="333766"/>
                    </a:cubicBezTo>
                    <a:lnTo>
                      <a:pt x="127555" y="373778"/>
                    </a:lnTo>
                    <a:lnTo>
                      <a:pt x="126683" y="373285"/>
                    </a:lnTo>
                    <a:cubicBezTo>
                      <a:pt x="120800" y="365610"/>
                      <a:pt x="109371" y="343646"/>
                      <a:pt x="103991" y="331096"/>
                    </a:cubicBezTo>
                    <a:cubicBezTo>
                      <a:pt x="105186" y="334681"/>
                      <a:pt x="106382" y="338267"/>
                      <a:pt x="108772" y="341853"/>
                    </a:cubicBezTo>
                    <a:cubicBezTo>
                      <a:pt x="101600" y="333486"/>
                      <a:pt x="96819" y="327509"/>
                      <a:pt x="90842" y="316752"/>
                    </a:cubicBezTo>
                    <a:cubicBezTo>
                      <a:pt x="84866" y="305994"/>
                      <a:pt x="76499" y="290456"/>
                      <a:pt x="68132" y="259378"/>
                    </a:cubicBezTo>
                    <a:cubicBezTo>
                      <a:pt x="87257" y="295237"/>
                      <a:pt x="56179" y="210371"/>
                      <a:pt x="54983" y="194833"/>
                    </a:cubicBezTo>
                    <a:cubicBezTo>
                      <a:pt x="57374" y="199614"/>
                      <a:pt x="59765" y="204395"/>
                      <a:pt x="60961" y="210371"/>
                    </a:cubicBezTo>
                    <a:cubicBezTo>
                      <a:pt x="45421" y="167340"/>
                      <a:pt x="33468" y="120725"/>
                      <a:pt x="26297" y="92038"/>
                    </a:cubicBezTo>
                    <a:lnTo>
                      <a:pt x="28687" y="94428"/>
                    </a:lnTo>
                    <a:cubicBezTo>
                      <a:pt x="23906" y="77694"/>
                      <a:pt x="17930" y="66936"/>
                      <a:pt x="13149" y="53789"/>
                    </a:cubicBezTo>
                    <a:cubicBezTo>
                      <a:pt x="8368" y="40640"/>
                      <a:pt x="3587" y="25102"/>
                      <a:pt x="0"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91" name="Freeform: Shape 190">
                <a:extLst>
                  <a:ext uri="{FF2B5EF4-FFF2-40B4-BE49-F238E27FC236}">
                    <a16:creationId xmlns:a16="http://schemas.microsoft.com/office/drawing/2014/main" xmlns="" id="{5343D5B4-639E-4EB5-924A-60FC3A28271C}"/>
                  </a:ext>
                </a:extLst>
              </p:cNvPr>
              <p:cNvSpPr>
                <a:spLocks noChangeAspect="1"/>
              </p:cNvSpPr>
              <p:nvPr userDrawn="1"/>
            </p:nvSpPr>
            <p:spPr>
              <a:xfrm>
                <a:off x="8183807" y="4423228"/>
                <a:ext cx="50887" cy="95830"/>
              </a:xfrm>
              <a:custGeom>
                <a:avLst/>
                <a:gdLst>
                  <a:gd name="connsiteX0" fmla="*/ 0 w 50887"/>
                  <a:gd name="connsiteY0" fmla="*/ 0 h 95830"/>
                  <a:gd name="connsiteX1" fmla="*/ 28075 w 50887"/>
                  <a:gd name="connsiteY1" fmla="*/ 58279 h 95830"/>
                  <a:gd name="connsiteX2" fmla="*/ 50887 w 50887"/>
                  <a:gd name="connsiteY2" fmla="*/ 95830 h 95830"/>
                  <a:gd name="connsiteX3" fmla="*/ 45420 w 50887"/>
                  <a:gd name="connsiteY3" fmla="*/ 88012 h 95830"/>
                  <a:gd name="connsiteX4" fmla="*/ 11952 w 50887"/>
                  <a:gd name="connsiteY4" fmla="*/ 43787 h 95830"/>
                  <a:gd name="connsiteX5" fmla="*/ 1193 w 50887"/>
                  <a:gd name="connsiteY5" fmla="*/ 5538 h 95830"/>
                  <a:gd name="connsiteX6" fmla="*/ 0 w 50887"/>
                  <a:gd name="connsiteY6" fmla="*/ 0 h 9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87" h="95830">
                    <a:moveTo>
                      <a:pt x="0" y="0"/>
                    </a:moveTo>
                    <a:lnTo>
                      <a:pt x="28075" y="58279"/>
                    </a:lnTo>
                    <a:lnTo>
                      <a:pt x="50887" y="95830"/>
                    </a:lnTo>
                    <a:lnTo>
                      <a:pt x="45420" y="88012"/>
                    </a:lnTo>
                    <a:cubicBezTo>
                      <a:pt x="34662" y="73669"/>
                      <a:pt x="25099" y="65302"/>
                      <a:pt x="11952" y="43787"/>
                    </a:cubicBezTo>
                    <a:cubicBezTo>
                      <a:pt x="-1197" y="15100"/>
                      <a:pt x="1193" y="11514"/>
                      <a:pt x="1193" y="5538"/>
                    </a:cubicBezTo>
                    <a:lnTo>
                      <a:pt x="0" y="0"/>
                    </a:lnTo>
                    <a:close/>
                  </a:path>
                </a:pathLst>
              </a:custGeom>
              <a:solidFill>
                <a:schemeClr val="accent1">
                  <a:lumMod val="50000"/>
                </a:schemeClr>
              </a:solidFill>
              <a:ln w="9525" cap="flat">
                <a:noFill/>
                <a:prstDash val="solid"/>
                <a:miter/>
              </a:ln>
            </p:spPr>
            <p:txBody>
              <a:bodyPr rtlCol="0" anchor="ctr"/>
              <a:lstStyle/>
              <a:p>
                <a:endParaRPr lang="en-US" noProof="0" dirty="0"/>
              </a:p>
            </p:txBody>
          </p:sp>
        </p:grpSp>
      </p:grpSp>
    </p:spTree>
    <p:extLst>
      <p:ext uri="{BB962C8B-B14F-4D97-AF65-F5344CB8AC3E}">
        <p14:creationId xmlns:p14="http://schemas.microsoft.com/office/powerpoint/2010/main" val="1471167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 Col Boxe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37E7734C-4A13-4559-83EF-C012059B11AF}"/>
              </a:ext>
            </a:extLst>
          </p:cNvPr>
          <p:cNvGrpSpPr/>
          <p:nvPr userDrawn="1"/>
        </p:nvGrpSpPr>
        <p:grpSpPr>
          <a:xfrm>
            <a:off x="-735060" y="-1"/>
            <a:ext cx="8994070" cy="7509123"/>
            <a:chOff x="-731331" y="-1"/>
            <a:chExt cx="8994070" cy="7509123"/>
          </a:xfrm>
        </p:grpSpPr>
        <p:sp>
          <p:nvSpPr>
            <p:cNvPr id="22" name="Freeform: Shape 21">
              <a:extLst>
                <a:ext uri="{FF2B5EF4-FFF2-40B4-BE49-F238E27FC236}">
                  <a16:creationId xmlns:a16="http://schemas.microsoft.com/office/drawing/2014/main" xmlns=""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23" name="Freeform: Shape 22">
              <a:extLst>
                <a:ext uri="{FF2B5EF4-FFF2-40B4-BE49-F238E27FC236}">
                  <a16:creationId xmlns:a16="http://schemas.microsoft.com/office/drawing/2014/main" xmlns=""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grpSp>
      <p:sp>
        <p:nvSpPr>
          <p:cNvPr id="10" name="Content Placeholder 2">
            <a:extLst>
              <a:ext uri="{FF2B5EF4-FFF2-40B4-BE49-F238E27FC236}">
                <a16:creationId xmlns:a16="http://schemas.microsoft.com/office/drawing/2014/main" xmlns="" id="{553B9F09-9E9C-4307-BB4B-33A20282D9A2}"/>
              </a:ext>
            </a:extLst>
          </p:cNvPr>
          <p:cNvSpPr>
            <a:spLocks noGrp="1"/>
          </p:cNvSpPr>
          <p:nvPr>
            <p:ph idx="1" hasCustomPrompt="1"/>
          </p:nvPr>
        </p:nvSpPr>
        <p:spPr>
          <a:xfrm>
            <a:off x="431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xmlns="" id="{D79DF38F-893A-4CE0-B168-9FAA1D01B8D7}"/>
              </a:ext>
            </a:extLst>
          </p:cNvPr>
          <p:cNvSpPr>
            <a:spLocks noGrp="1"/>
          </p:cNvSpPr>
          <p:nvPr>
            <p:ph idx="14" hasCustomPrompt="1"/>
          </p:nvPr>
        </p:nvSpPr>
        <p:spPr>
          <a:xfrm>
            <a:off x="431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xmlns="" id="{707C52DD-FDE4-4BF6-B79B-3095E2927247}"/>
              </a:ext>
            </a:extLst>
          </p:cNvPr>
          <p:cNvSpPr>
            <a:spLocks noGrp="1"/>
          </p:cNvSpPr>
          <p:nvPr>
            <p:ph idx="17" hasCustomPrompt="1"/>
          </p:nvPr>
        </p:nvSpPr>
        <p:spPr>
          <a:xfrm>
            <a:off x="44764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xmlns="" id="{22F46232-3721-4BC5-BEB7-E61D878D79FA}"/>
              </a:ext>
            </a:extLst>
          </p:cNvPr>
          <p:cNvSpPr>
            <a:spLocks noGrp="1"/>
          </p:cNvSpPr>
          <p:nvPr>
            <p:ph idx="15" hasCustomPrompt="1"/>
          </p:nvPr>
        </p:nvSpPr>
        <p:spPr>
          <a:xfrm>
            <a:off x="44764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a16="http://schemas.microsoft.com/office/drawing/2014/main" xmlns="" id="{DA264641-CE4E-4168-9129-68B9B179A2A8}"/>
              </a:ext>
            </a:extLst>
          </p:cNvPr>
          <p:cNvSpPr>
            <a:spLocks noGrp="1"/>
          </p:cNvSpPr>
          <p:nvPr>
            <p:ph idx="18" hasCustomPrompt="1"/>
          </p:nvPr>
        </p:nvSpPr>
        <p:spPr>
          <a:xfrm>
            <a:off x="8520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xmlns="" id="{23CB58AD-849B-4714-8D57-C5C56343A24C}"/>
              </a:ext>
            </a:extLst>
          </p:cNvPr>
          <p:cNvSpPr>
            <a:spLocks noGrp="1"/>
          </p:cNvSpPr>
          <p:nvPr>
            <p:ph idx="16" hasCustomPrompt="1"/>
          </p:nvPr>
        </p:nvSpPr>
        <p:spPr>
          <a:xfrm>
            <a:off x="8520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itle 3">
            <a:extLst>
              <a:ext uri="{FF2B5EF4-FFF2-40B4-BE49-F238E27FC236}">
                <a16:creationId xmlns:a16="http://schemas.microsoft.com/office/drawing/2014/main" xmlns="" id="{F23BA81C-7A11-4162-B12D-09C177941F54}"/>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a16="http://schemas.microsoft.com/office/drawing/2014/main" xmlns="" id="{CA1EBB99-4F8E-4B62-91DA-789AF746F861}"/>
              </a:ext>
            </a:extLst>
          </p:cNvPr>
          <p:cNvSpPr>
            <a:spLocks noGrp="1"/>
          </p:cNvSpPr>
          <p:nvPr>
            <p:ph type="ftr" sz="quarter" idx="19"/>
          </p:nvPr>
        </p:nvSpPr>
        <p:spPr/>
        <p:txBody>
          <a:bodyPr/>
          <a:lstStyle/>
          <a:p>
            <a:endParaRPr lang="en-US" noProof="0" dirty="0"/>
          </a:p>
        </p:txBody>
      </p:sp>
      <p:sp>
        <p:nvSpPr>
          <p:cNvPr id="16" name="Slide Number Placeholder 15">
            <a:extLst>
              <a:ext uri="{FF2B5EF4-FFF2-40B4-BE49-F238E27FC236}">
                <a16:creationId xmlns:a16="http://schemas.microsoft.com/office/drawing/2014/main" xmlns="" id="{0E673CEF-A1C2-4E14-B0D1-54B174662EE0}"/>
              </a:ext>
            </a:extLst>
          </p:cNvPr>
          <p:cNvSpPr>
            <a:spLocks noGrp="1"/>
          </p:cNvSpPr>
          <p:nvPr>
            <p:ph type="sldNum" sz="quarter" idx="20"/>
          </p:nvPr>
        </p:nvSpPr>
        <p:spPr/>
        <p:txBody>
          <a:bodyPr/>
          <a:lstStyle>
            <a:lvl1pPr algn="ctr">
              <a:defRPr/>
            </a:lvl1pPr>
          </a:lstStyle>
          <a:p>
            <a:fld id="{B67B645E-C5E5-4727-B977-D372A0AA71D9}" type="slidenum">
              <a:rPr lang="en-US" noProof="0" smtClean="0"/>
              <a:pPr/>
              <a:t>‹#›</a:t>
            </a:fld>
            <a:endParaRPr lang="en-US" noProof="0" dirty="0"/>
          </a:p>
        </p:txBody>
      </p:sp>
      <p:sp>
        <p:nvSpPr>
          <p:cNvPr id="17" name="Text Placeholder 4">
            <a:extLst>
              <a:ext uri="{FF2B5EF4-FFF2-40B4-BE49-F238E27FC236}">
                <a16:creationId xmlns:a16="http://schemas.microsoft.com/office/drawing/2014/main" xmlns="" id="{CA03A092-B488-4D14-9F71-D5C2B7C90796}"/>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4" name="Freeform: Shape 23">
            <a:extLst>
              <a:ext uri="{FF2B5EF4-FFF2-40B4-BE49-F238E27FC236}">
                <a16:creationId xmlns:a16="http://schemas.microsoft.com/office/drawing/2014/main" xmlns="" id="{94D67D91-8385-450E-8591-87F3B0D49A28}"/>
              </a:ext>
            </a:extLst>
          </p:cNvPr>
          <p:cNvSpPr>
            <a:spLocks noChangeAspect="1"/>
          </p:cNvSpPr>
          <p:nvPr userDrawn="1"/>
        </p:nvSpPr>
        <p:spPr>
          <a:xfrm>
            <a:off x="3718631"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26" name="Arrow: Right 25">
            <a:extLst>
              <a:ext uri="{FF2B5EF4-FFF2-40B4-BE49-F238E27FC236}">
                <a16:creationId xmlns:a16="http://schemas.microsoft.com/office/drawing/2014/main" xmlns="" id="{84F40ADC-3BDE-4F70-B1D8-90B903ACBEB0}"/>
              </a:ext>
            </a:extLst>
          </p:cNvPr>
          <p:cNvSpPr/>
          <p:nvPr userDrawn="1"/>
        </p:nvSpPr>
        <p:spPr>
          <a:xfrm>
            <a:off x="3886924"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Freeform: Shape 27">
            <a:extLst>
              <a:ext uri="{FF2B5EF4-FFF2-40B4-BE49-F238E27FC236}">
                <a16:creationId xmlns:a16="http://schemas.microsoft.com/office/drawing/2014/main" xmlns="" id="{0353AEB2-51D0-417C-934D-F65FF08D855B}"/>
              </a:ext>
            </a:extLst>
          </p:cNvPr>
          <p:cNvSpPr>
            <a:spLocks noChangeAspect="1"/>
          </p:cNvSpPr>
          <p:nvPr userDrawn="1"/>
        </p:nvSpPr>
        <p:spPr>
          <a:xfrm>
            <a:off x="7763130"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29" name="Arrow: Right 28">
            <a:extLst>
              <a:ext uri="{FF2B5EF4-FFF2-40B4-BE49-F238E27FC236}">
                <a16:creationId xmlns:a16="http://schemas.microsoft.com/office/drawing/2014/main" xmlns="" id="{B8DEE142-1DEB-405F-827B-00F256F20B5F}"/>
              </a:ext>
            </a:extLst>
          </p:cNvPr>
          <p:cNvSpPr/>
          <p:nvPr userDrawn="1"/>
        </p:nvSpPr>
        <p:spPr>
          <a:xfrm>
            <a:off x="7931423"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968784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2_Section Header With Image">
    <p:bg bwMode="grayWhite">
      <p:bgPr>
        <a:gradFill flip="none" rotWithShape="1">
          <a:gsLst>
            <a:gs pos="0">
              <a:schemeClr val="accent3">
                <a:lumMod val="50000"/>
              </a:schemeClr>
            </a:gs>
            <a:gs pos="100000">
              <a:schemeClr val="accent3">
                <a:lumMod val="7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xmlns=""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accent3">
                  <a:lumMod val="75000"/>
                </a:schemeClr>
              </a:gs>
              <a:gs pos="100000">
                <a:schemeClr val="accent3">
                  <a:lumMod val="50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11" name="Freeform: Shape 10">
            <a:extLst>
              <a:ext uri="{FF2B5EF4-FFF2-40B4-BE49-F238E27FC236}">
                <a16:creationId xmlns:a16="http://schemas.microsoft.com/office/drawing/2014/main" xmlns=""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3">
                  <a:lumMod val="50000"/>
                </a:schemeClr>
              </a:gs>
              <a:gs pos="100000">
                <a:schemeClr val="accent4">
                  <a:lumMod val="50000"/>
                </a:schemeClr>
              </a:gs>
            </a:gsLst>
            <a:path path="circle">
              <a:fillToRect l="100000" b="100000"/>
            </a:path>
          </a:gra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xmlns="" id="{89D337DD-CA43-4635-AB4C-61F75C745EA6}"/>
              </a:ext>
            </a:extLst>
          </p:cNvPr>
          <p:cNvSpPr>
            <a:spLocks noGrp="1"/>
          </p:cNvSpPr>
          <p:nvPr>
            <p:ph type="title" hasCustomPrompt="1"/>
          </p:nvPr>
        </p:nvSpPr>
        <p:spPr>
          <a:xfrm>
            <a:off x="6842710" y="1641059"/>
            <a:ext cx="4793714" cy="2078699"/>
          </a:xfrm>
        </p:spPr>
        <p:txBody>
          <a:bodyPr anchor="b"/>
          <a:lstStyle>
            <a:lvl1pPr algn="r" defTabSz="914400" rtl="0" eaLnBrk="1" latinLnBrk="0" hangingPunct="1">
              <a:lnSpc>
                <a:spcPts val="5000"/>
              </a:lnSpc>
              <a:spcBef>
                <a:spcPct val="0"/>
              </a:spcBef>
              <a:buNone/>
              <a:defRPr lang="en-ZA" sz="6000" b="1" kern="1200" cap="all" spc="-150" baseline="0" dirty="0">
                <a:solidFill>
                  <a:schemeClr val="bg1"/>
                </a:solidFill>
                <a:latin typeface="+mj-lt"/>
                <a:ea typeface="+mj-ea"/>
                <a:cs typeface="+mj-cs"/>
              </a:defRPr>
            </a:lvl1pPr>
          </a:lstStyle>
          <a:p>
            <a:r>
              <a:rPr lang="en-US" noProof="0"/>
              <a:t>Thank </a:t>
            </a:r>
            <a:br>
              <a:rPr lang="en-US" noProof="0"/>
            </a:br>
            <a:r>
              <a:rPr lang="en-US" noProof="0"/>
              <a:t>You</a:t>
            </a:r>
          </a:p>
        </p:txBody>
      </p:sp>
      <p:sp>
        <p:nvSpPr>
          <p:cNvPr id="7" name="Footer Placeholder 6">
            <a:extLst>
              <a:ext uri="{FF2B5EF4-FFF2-40B4-BE49-F238E27FC236}">
                <a16:creationId xmlns:a16="http://schemas.microsoft.com/office/drawing/2014/main" xmlns=""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dirty="0"/>
          </a:p>
        </p:txBody>
      </p:sp>
      <p:sp>
        <p:nvSpPr>
          <p:cNvPr id="10" name="Slide Number Placeholder 9">
            <a:extLst>
              <a:ext uri="{FF2B5EF4-FFF2-40B4-BE49-F238E27FC236}">
                <a16:creationId xmlns:a16="http://schemas.microsoft.com/office/drawing/2014/main" xmlns="" id="{DF0F8E2D-E2F0-4CBD-934C-274C624B5D97}"/>
              </a:ext>
            </a:extLst>
          </p:cNvPr>
          <p:cNvSpPr>
            <a:spLocks noGrp="1"/>
          </p:cNvSpPr>
          <p:nvPr>
            <p:ph type="sldNum" sz="quarter" idx="11"/>
          </p:nvPr>
        </p:nvSpPr>
        <p:spPr>
          <a:solidFill>
            <a:schemeClr val="tx1"/>
          </a:solidFill>
        </p:spPr>
        <p:txBody>
          <a:bodyPr/>
          <a:lstStyle>
            <a:lvl1pPr>
              <a:defRPr>
                <a:solidFill>
                  <a:schemeClr val="bg1"/>
                </a:solidFill>
              </a:defRPr>
            </a:lvl1pPr>
          </a:lstStyle>
          <a:p>
            <a:fld id="{B67B645E-C5E5-4727-B977-D372A0AA71D9}" type="slidenum">
              <a:rPr lang="en-US" noProof="0" smtClean="0"/>
              <a:pPr/>
              <a:t>‹#›</a:t>
            </a:fld>
            <a:endParaRPr lang="en-US" noProof="0" dirty="0"/>
          </a:p>
        </p:txBody>
      </p:sp>
      <p:sp>
        <p:nvSpPr>
          <p:cNvPr id="9" name="Subtitle 2">
            <a:extLst>
              <a:ext uri="{FF2B5EF4-FFF2-40B4-BE49-F238E27FC236}">
                <a16:creationId xmlns:a16="http://schemas.microsoft.com/office/drawing/2014/main" xmlns="" id="{0A83F5C0-892A-424B-82BC-A426C0E6C4BE}"/>
              </a:ext>
            </a:extLst>
          </p:cNvPr>
          <p:cNvSpPr>
            <a:spLocks noGrp="1"/>
          </p:cNvSpPr>
          <p:nvPr>
            <p:ph type="subTitle" idx="1" hasCustomPrompt="1"/>
          </p:nvPr>
        </p:nvSpPr>
        <p:spPr>
          <a:xfrm>
            <a:off x="6842709" y="3884812"/>
            <a:ext cx="4303959"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2" name="Text Placeholder 4">
            <a:extLst>
              <a:ext uri="{FF2B5EF4-FFF2-40B4-BE49-F238E27FC236}">
                <a16:creationId xmlns:a16="http://schemas.microsoft.com/office/drawing/2014/main" xmlns="" id="{BE90F037-AF48-45F6-8491-6A1D99D70C5A}"/>
              </a:ext>
            </a:extLst>
          </p:cNvPr>
          <p:cNvSpPr>
            <a:spLocks noGrp="1"/>
          </p:cNvSpPr>
          <p:nvPr>
            <p:ph type="body" sz="quarter" idx="15" hasCustomPrompt="1"/>
          </p:nvPr>
        </p:nvSpPr>
        <p:spPr>
          <a:xfrm>
            <a:off x="6842709" y="4290982"/>
            <a:ext cx="4303959"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13" name="Text Placeholder 10">
            <a:extLst>
              <a:ext uri="{FF2B5EF4-FFF2-40B4-BE49-F238E27FC236}">
                <a16:creationId xmlns:a16="http://schemas.microsoft.com/office/drawing/2014/main" xmlns="" id="{F2CF882B-44BA-4D5B-A73E-5E9479CB3B27}"/>
              </a:ext>
            </a:extLst>
          </p:cNvPr>
          <p:cNvSpPr>
            <a:spLocks noGrp="1"/>
          </p:cNvSpPr>
          <p:nvPr>
            <p:ph type="body" sz="quarter" idx="16" hasCustomPrompt="1"/>
          </p:nvPr>
        </p:nvSpPr>
        <p:spPr>
          <a:xfrm>
            <a:off x="6842709" y="4677345"/>
            <a:ext cx="4303959" cy="252000"/>
          </a:xfrm>
        </p:spPr>
        <p:txBody>
          <a:bodyPr/>
          <a:lstStyle>
            <a:lvl1pPr marL="0" indent="0" algn="r">
              <a:buNone/>
              <a:defRPr sz="1600">
                <a:solidFill>
                  <a:schemeClr val="bg1"/>
                </a:solidFill>
              </a:defRPr>
            </a:lvl1pPr>
          </a:lstStyle>
          <a:p>
            <a:pPr lvl="0"/>
            <a:r>
              <a:rPr lang="en-US" noProof="0"/>
              <a:t>Email</a:t>
            </a:r>
          </a:p>
        </p:txBody>
      </p:sp>
      <p:sp>
        <p:nvSpPr>
          <p:cNvPr id="15" name="Text Placeholder 15">
            <a:extLst>
              <a:ext uri="{FF2B5EF4-FFF2-40B4-BE49-F238E27FC236}">
                <a16:creationId xmlns:a16="http://schemas.microsoft.com/office/drawing/2014/main" xmlns="" id="{41BFAAAF-C6B8-4298-8B07-CBA7C6328198}"/>
              </a:ext>
            </a:extLst>
          </p:cNvPr>
          <p:cNvSpPr>
            <a:spLocks noGrp="1"/>
          </p:cNvSpPr>
          <p:nvPr>
            <p:ph type="body" sz="quarter" idx="17" hasCustomPrompt="1"/>
          </p:nvPr>
        </p:nvSpPr>
        <p:spPr>
          <a:xfrm>
            <a:off x="6842852" y="5063709"/>
            <a:ext cx="4305582" cy="252413"/>
          </a:xfrm>
        </p:spPr>
        <p:txBody>
          <a:bodyPr/>
          <a:lstStyle>
            <a:lvl1pPr marL="0" indent="0" algn="r">
              <a:buNone/>
              <a:defRPr sz="1600">
                <a:solidFill>
                  <a:schemeClr val="bg1"/>
                </a:solidFill>
              </a:defRPr>
            </a:lvl1pPr>
          </a:lstStyle>
          <a:p>
            <a:pPr lvl="0"/>
            <a:r>
              <a:rPr lang="en-US" noProof="0"/>
              <a:t>Website</a:t>
            </a:r>
          </a:p>
        </p:txBody>
      </p:sp>
      <p:pic>
        <p:nvPicPr>
          <p:cNvPr id="17" name="Picture 16">
            <a:extLst>
              <a:ext uri="{FF2B5EF4-FFF2-40B4-BE49-F238E27FC236}">
                <a16:creationId xmlns:a16="http://schemas.microsoft.com/office/drawing/2014/main" xmlns="" id="{88F3F62D-E8E0-4A68-AFD4-0DE72BBF876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536705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gradFill>
          <a:gsLst>
            <a:gs pos="0">
              <a:schemeClr val="accent3">
                <a:lumMod val="50000"/>
              </a:schemeClr>
            </a:gs>
            <a:gs pos="76000">
              <a:schemeClr val="accent3">
                <a:lumMod val="75000"/>
              </a:schemeClr>
            </a:gs>
          </a:gsLst>
          <a:path path="circle">
            <a:fillToRect l="100000" b="100000"/>
          </a:path>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accent3">
                  <a:lumMod val="75000"/>
                </a:schemeClr>
              </a:gs>
              <a:gs pos="100000">
                <a:schemeClr val="accent3">
                  <a:lumMod val="50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2" name="Title 1">
            <a:extLst>
              <a:ext uri="{FF2B5EF4-FFF2-40B4-BE49-F238E27FC236}">
                <a16:creationId xmlns:a16="http://schemas.microsoft.com/office/drawing/2014/main" xmlns=""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a16="http://schemas.microsoft.com/office/drawing/2014/main" xmlns=""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Tree>
    <p:extLst>
      <p:ext uri="{BB962C8B-B14F-4D97-AF65-F5344CB8AC3E}">
        <p14:creationId xmlns:p14="http://schemas.microsoft.com/office/powerpoint/2010/main" val="33378326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5">
            <a:extLst>
              <a:ext uri="{FF2B5EF4-FFF2-40B4-BE49-F238E27FC236}">
                <a16:creationId xmlns:a16="http://schemas.microsoft.com/office/drawing/2014/main" xmlns="" id="{703B4A2F-5217-4795-8F6B-BFD7CF459B1C}"/>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a16="http://schemas.microsoft.com/office/drawing/2014/main" xmlns="" id="{332C6E1E-0AF9-4CBB-8AF8-AE4DF400FCA8}"/>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xmlns="" id="{B21A256C-91C2-4AC0-B272-C68D44C3EE38}"/>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hasCustomPrompt="1"/>
          </p:nvPr>
        </p:nvSpPr>
        <p:spPr>
          <a:xfrm>
            <a:off x="432000" y="1152000"/>
            <a:ext cx="5508000"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5">
            <a:extLst>
              <a:ext uri="{FF2B5EF4-FFF2-40B4-BE49-F238E27FC236}">
                <a16:creationId xmlns:a16="http://schemas.microsoft.com/office/drawing/2014/main" xmlns="" id="{7867C73D-EE16-41D1-B7CE-A35C765E3B8D}"/>
              </a:ext>
            </a:extLst>
          </p:cNvPr>
          <p:cNvSpPr>
            <a:spLocks noGrp="1"/>
          </p:cNvSpPr>
          <p:nvPr>
            <p:ph type="body" sz="quarter" idx="12" hasCustomPrompt="1"/>
          </p:nvPr>
        </p:nvSpPr>
        <p:spPr>
          <a:xfrm>
            <a:off x="6253200" y="1152525"/>
            <a:ext cx="55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xmlns="" id="{5312EF92-D0F7-4157-AFAF-E4A3058C58DF}"/>
              </a:ext>
            </a:extLst>
          </p:cNvPr>
          <p:cNvSpPr>
            <a:spLocks noGrp="1"/>
          </p:cNvSpPr>
          <p:nvPr>
            <p:ph type="title"/>
          </p:nvPr>
        </p:nvSpPr>
        <p:spPr>
          <a:xfrm>
            <a:off x="432000" y="432000"/>
            <a:ext cx="11329200" cy="432000"/>
          </a:xfrm>
        </p:spPr>
        <p:txBody>
          <a:bodyPr/>
          <a:lstStyle/>
          <a:p>
            <a:r>
              <a:rPr lang="en-US" noProof="0" smtClean="0"/>
              <a:t>Click to edit Master title style</a:t>
            </a:r>
            <a:endParaRPr lang="en-US" noProof="0"/>
          </a:p>
        </p:txBody>
      </p:sp>
      <p:sp>
        <p:nvSpPr>
          <p:cNvPr id="8" name="Footer Placeholder 7">
            <a:extLst>
              <a:ext uri="{FF2B5EF4-FFF2-40B4-BE49-F238E27FC236}">
                <a16:creationId xmlns:a16="http://schemas.microsoft.com/office/drawing/2014/main" xmlns="" id="{80B74888-33BB-4321-ABBD-249FF7900128}"/>
              </a:ext>
            </a:extLst>
          </p:cNvPr>
          <p:cNvSpPr>
            <a:spLocks noGrp="1"/>
          </p:cNvSpPr>
          <p:nvPr>
            <p:ph type="ftr" sz="quarter" idx="13"/>
          </p:nvPr>
        </p:nvSpPr>
        <p:spPr/>
        <p:txBody>
          <a:bodyPr/>
          <a:lstStyle/>
          <a:p>
            <a:endParaRPr lang="en-US" noProof="0" dirty="0"/>
          </a:p>
        </p:txBody>
      </p:sp>
      <p:sp>
        <p:nvSpPr>
          <p:cNvPr id="9" name="Slide Number Placeholder 8">
            <a:extLst>
              <a:ext uri="{FF2B5EF4-FFF2-40B4-BE49-F238E27FC236}">
                <a16:creationId xmlns:a16="http://schemas.microsoft.com/office/drawing/2014/main" xmlns="" id="{F53E52F9-0BF1-4A0A-B070-5CF233041DC4}"/>
              </a:ext>
            </a:extLst>
          </p:cNvPr>
          <p:cNvSpPr>
            <a:spLocks noGrp="1"/>
          </p:cNvSpPr>
          <p:nvPr>
            <p:ph type="sldNum" sz="quarter" idx="14"/>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9322B50D-6A7D-41C6-BA57-613BC231DF36}"/>
              </a:ext>
            </a:extLst>
          </p:cNvPr>
          <p:cNvSpPr>
            <a:spLocks noGrp="1"/>
          </p:cNvSpPr>
          <p:nvPr>
            <p:ph type="body" idx="1" hasCustomPrompt="1"/>
          </p:nvPr>
        </p:nvSpPr>
        <p:spPr>
          <a:xfrm>
            <a:off x="432000" y="1152000"/>
            <a:ext cx="5508000" cy="360000"/>
          </a:xfrm>
        </p:spPr>
        <p:txBody>
          <a:bodyPr anchor="t"/>
          <a:lstStyle>
            <a:lvl1pPr marL="0" indent="0">
              <a:buNone/>
              <a:defRPr sz="2400" b="1">
                <a:solidFill>
                  <a:schemeClr val="accent3">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xmlns="" id="{9FD584DA-F775-47B8-A1D7-6556AD5FCBD2}"/>
              </a:ext>
            </a:extLst>
          </p:cNvPr>
          <p:cNvSpPr>
            <a:spLocks noGrp="1"/>
          </p:cNvSpPr>
          <p:nvPr>
            <p:ph sz="half" idx="2" hasCustomPrompt="1"/>
          </p:nvPr>
        </p:nvSpPr>
        <p:spPr>
          <a:xfrm>
            <a:off x="432000" y="1584000"/>
            <a:ext cx="5508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xmlns="" id="{DF0A5256-B267-47DA-858A-0F3867CB6139}"/>
              </a:ext>
            </a:extLst>
          </p:cNvPr>
          <p:cNvSpPr>
            <a:spLocks noGrp="1"/>
          </p:cNvSpPr>
          <p:nvPr>
            <p:ph type="body" sz="quarter" idx="12" hasCustomPrompt="1"/>
          </p:nvPr>
        </p:nvSpPr>
        <p:spPr>
          <a:xfrm>
            <a:off x="6253200" y="1584325"/>
            <a:ext cx="5508000" cy="46069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xmlns="" id="{78A963F8-6F6E-440E-B3B3-DDE13C083A36}"/>
              </a:ext>
            </a:extLst>
          </p:cNvPr>
          <p:cNvSpPr>
            <a:spLocks noGrp="1"/>
          </p:cNvSpPr>
          <p:nvPr>
            <p:ph type="body" sz="quarter" idx="13" hasCustomPrompt="1"/>
          </p:nvPr>
        </p:nvSpPr>
        <p:spPr>
          <a:xfrm>
            <a:off x="6253200" y="1152525"/>
            <a:ext cx="5508000" cy="358775"/>
          </a:xfrm>
        </p:spPr>
        <p:txBody>
          <a:bodyPr/>
          <a:lstStyle>
            <a:lvl1pPr marL="0" indent="0">
              <a:buNone/>
              <a:defRPr sz="2400" b="1">
                <a:solidFill>
                  <a:schemeClr val="accent3">
                    <a:lumMod val="75000"/>
                  </a:schemeClr>
                </a:solidFill>
              </a:defRPr>
            </a:lvl1pPr>
          </a:lstStyle>
          <a:p>
            <a:pPr lvl="0"/>
            <a:r>
              <a:rPr lang="en-US" noProof="0"/>
              <a:t>Edit Master text styles</a:t>
            </a:r>
          </a:p>
        </p:txBody>
      </p:sp>
      <p:sp>
        <p:nvSpPr>
          <p:cNvPr id="2" name="Title 1">
            <a:extLst>
              <a:ext uri="{FF2B5EF4-FFF2-40B4-BE49-F238E27FC236}">
                <a16:creationId xmlns:a16="http://schemas.microsoft.com/office/drawing/2014/main" xmlns="" id="{E4307A33-2967-4899-A40F-2B187086D240}"/>
              </a:ext>
            </a:extLst>
          </p:cNvPr>
          <p:cNvSpPr>
            <a:spLocks noGrp="1"/>
          </p:cNvSpPr>
          <p:nvPr>
            <p:ph type="title"/>
          </p:nvPr>
        </p:nvSpPr>
        <p:spPr>
          <a:xfrm>
            <a:off x="432000" y="432000"/>
            <a:ext cx="11329200" cy="432000"/>
          </a:xfrm>
        </p:spPr>
        <p:txBody>
          <a:bodyPr/>
          <a:lstStyle/>
          <a:p>
            <a:r>
              <a:rPr lang="en-US" noProof="0" smtClean="0"/>
              <a:t>Click to edit Master title style</a:t>
            </a:r>
            <a:endParaRPr lang="en-US" noProof="0"/>
          </a:p>
        </p:txBody>
      </p:sp>
      <p:sp>
        <p:nvSpPr>
          <p:cNvPr id="7" name="Footer Placeholder 6">
            <a:extLst>
              <a:ext uri="{FF2B5EF4-FFF2-40B4-BE49-F238E27FC236}">
                <a16:creationId xmlns:a16="http://schemas.microsoft.com/office/drawing/2014/main" xmlns="" id="{21E492D2-A4F7-402D-8D63-336C43272949}"/>
              </a:ext>
            </a:extLst>
          </p:cNvPr>
          <p:cNvSpPr>
            <a:spLocks noGrp="1"/>
          </p:cNvSpPr>
          <p:nvPr>
            <p:ph type="ftr" sz="quarter" idx="14"/>
          </p:nvPr>
        </p:nvSpPr>
        <p:spPr/>
        <p:txBody>
          <a:bodyPr/>
          <a:lstStyle/>
          <a:p>
            <a:endParaRPr lang="en-US" noProof="0" dirty="0"/>
          </a:p>
        </p:txBody>
      </p:sp>
      <p:sp>
        <p:nvSpPr>
          <p:cNvPr id="10" name="Slide Number Placeholder 9">
            <a:extLst>
              <a:ext uri="{FF2B5EF4-FFF2-40B4-BE49-F238E27FC236}">
                <a16:creationId xmlns:a16="http://schemas.microsoft.com/office/drawing/2014/main" xmlns="" id="{59C6AEB5-34C4-41E3-AF24-81740A75559C}"/>
              </a:ext>
            </a:extLst>
          </p:cNvPr>
          <p:cNvSpPr>
            <a:spLocks noGrp="1"/>
          </p:cNvSpPr>
          <p:nvPr>
            <p:ph type="sldNum" sz="quarter" idx="15"/>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21390986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E2E0109-A852-4B1A-84CE-848A1D64057F}"/>
              </a:ext>
            </a:extLst>
          </p:cNvPr>
          <p:cNvSpPr>
            <a:spLocks noGrp="1"/>
          </p:cNvSpPr>
          <p:nvPr>
            <p:ph type="title"/>
          </p:nvPr>
        </p:nvSpPr>
        <p:spPr/>
        <p:txBody>
          <a:bodyPr/>
          <a:lstStyle/>
          <a:p>
            <a:r>
              <a:rPr lang="en-US" noProof="0" smtClean="0"/>
              <a:t>Click to edit Master title style</a:t>
            </a:r>
            <a:endParaRPr lang="en-US" noProof="0"/>
          </a:p>
        </p:txBody>
      </p:sp>
      <p:sp>
        <p:nvSpPr>
          <p:cNvPr id="5" name="Footer Placeholder 4">
            <a:extLst>
              <a:ext uri="{FF2B5EF4-FFF2-40B4-BE49-F238E27FC236}">
                <a16:creationId xmlns:a16="http://schemas.microsoft.com/office/drawing/2014/main" xmlns="" id="{99C962B4-1A24-4802-B0E3-A18DD3801538}"/>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xmlns="" id="{5050B94B-1D31-4C5A-8138-5F7EC4E5AA6B}"/>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3C1F9D68-D408-4753-A4A2-75AC2CD42980}"/>
              </a:ext>
            </a:extLst>
          </p:cNvPr>
          <p:cNvSpPr>
            <a:spLocks noGrp="1"/>
          </p:cNvSpPr>
          <p:nvPr>
            <p:ph type="title"/>
          </p:nvPr>
        </p:nvSpPr>
        <p:spPr/>
        <p:txBody>
          <a:bodyPr/>
          <a:lstStyle/>
          <a:p>
            <a:r>
              <a:rPr lang="en-US" noProof="0" smtClean="0"/>
              <a:t>Click to edit Master title style</a:t>
            </a:r>
            <a:endParaRPr lang="en-US" noProof="0"/>
          </a:p>
        </p:txBody>
      </p:sp>
      <p:sp>
        <p:nvSpPr>
          <p:cNvPr id="5" name="Footer Placeholder 4">
            <a:extLst>
              <a:ext uri="{FF2B5EF4-FFF2-40B4-BE49-F238E27FC236}">
                <a16:creationId xmlns:a16="http://schemas.microsoft.com/office/drawing/2014/main" xmlns="" id="{5D7B0D1A-A27D-4434-9AAE-AAE33E2C5C73}"/>
              </a:ext>
            </a:extLst>
          </p:cNvPr>
          <p:cNvSpPr>
            <a:spLocks noGrp="1"/>
          </p:cNvSpPr>
          <p:nvPr>
            <p:ph type="ftr" sz="quarter" idx="10"/>
          </p:nvPr>
        </p:nvSpPr>
        <p:spPr/>
        <p:txBody>
          <a:bodyPr/>
          <a:lstStyle/>
          <a:p>
            <a:endParaRPr lang="en-US" noProof="0" dirty="0"/>
          </a:p>
        </p:txBody>
      </p:sp>
      <p:sp>
        <p:nvSpPr>
          <p:cNvPr id="6" name="Slide Number Placeholder 5">
            <a:extLst>
              <a:ext uri="{FF2B5EF4-FFF2-40B4-BE49-F238E27FC236}">
                <a16:creationId xmlns:a16="http://schemas.microsoft.com/office/drawing/2014/main" xmlns="" id="{E17A8530-3866-411E-B986-53F7E2467FD5}"/>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chemeClr val="bg1">
            <a:lumMod val="95000"/>
          </a:schemeClr>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xmlns=""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13" name="Freeform: Shape 12">
            <a:extLst>
              <a:ext uri="{FF2B5EF4-FFF2-40B4-BE49-F238E27FC236}">
                <a16:creationId xmlns:a16="http://schemas.microsoft.com/office/drawing/2014/main" xmlns=""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
        <p:nvSpPr>
          <p:cNvPr id="3" name="Content Placeholder 2">
            <a:extLst>
              <a:ext uri="{FF2B5EF4-FFF2-40B4-BE49-F238E27FC236}">
                <a16:creationId xmlns:a16="http://schemas.microsoft.com/office/drawing/2014/main" xmlns="" id="{87B8423A-8ECB-46CC-AA96-AFD30DF27259}"/>
              </a:ext>
            </a:extLst>
          </p:cNvPr>
          <p:cNvSpPr>
            <a:spLocks noGrp="1"/>
          </p:cNvSpPr>
          <p:nvPr>
            <p:ph idx="1" hasCustomPrompt="1"/>
          </p:nvPr>
        </p:nvSpPr>
        <p:spPr>
          <a:xfrm>
            <a:off x="5181292" y="359999"/>
            <a:ext cx="6579707" cy="5764939"/>
          </a:xfrm>
        </p:spPr>
        <p:txBody>
          <a:bodyPr/>
          <a:lstStyle>
            <a:lvl1pPr>
              <a:defRPr sz="21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xmlns="" id="{0CA8C527-C631-42AF-94C4-70728E24506E}"/>
              </a:ext>
            </a:extLst>
          </p:cNvPr>
          <p:cNvSpPr>
            <a:spLocks noGrp="1"/>
          </p:cNvSpPr>
          <p:nvPr>
            <p:ph type="body" sz="half" idx="2" hasCustomPrompt="1"/>
          </p:nvPr>
        </p:nvSpPr>
        <p:spPr>
          <a:xfrm>
            <a:off x="360000" y="3960000"/>
            <a:ext cx="4186800"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Title 9">
            <a:extLst>
              <a:ext uri="{FF2B5EF4-FFF2-40B4-BE49-F238E27FC236}">
                <a16:creationId xmlns:a16="http://schemas.microsoft.com/office/drawing/2014/main" xmlns="" id="{7674D4AD-4133-4DB9-B1FD-CF7D8D1B5034}"/>
              </a:ext>
            </a:extLst>
          </p:cNvPr>
          <p:cNvSpPr>
            <a:spLocks noGrp="1"/>
          </p:cNvSpPr>
          <p:nvPr>
            <p:ph type="title"/>
          </p:nvPr>
        </p:nvSpPr>
        <p:spPr>
          <a:xfrm>
            <a:off x="360000" y="359999"/>
            <a:ext cx="4186800" cy="3400227"/>
          </a:xfrm>
        </p:spPr>
        <p:txBody>
          <a:bodyPr anchor="b"/>
          <a:lstStyle/>
          <a:p>
            <a:r>
              <a:rPr lang="en-US" noProof="0" smtClean="0"/>
              <a:t>Click to edit Master title style</a:t>
            </a:r>
            <a:endParaRPr lang="en-US" noProof="0"/>
          </a:p>
        </p:txBody>
      </p:sp>
      <p:sp>
        <p:nvSpPr>
          <p:cNvPr id="2" name="Footer Placeholder 1">
            <a:extLst>
              <a:ext uri="{FF2B5EF4-FFF2-40B4-BE49-F238E27FC236}">
                <a16:creationId xmlns:a16="http://schemas.microsoft.com/office/drawing/2014/main" xmlns="" id="{AF12DF4A-E965-4E74-8613-208AEAED1F8A}"/>
              </a:ext>
            </a:extLst>
          </p:cNvPr>
          <p:cNvSpPr>
            <a:spLocks noGrp="1"/>
          </p:cNvSpPr>
          <p:nvPr>
            <p:ph type="ftr" sz="quarter" idx="10"/>
          </p:nvPr>
        </p:nvSpPr>
        <p:spPr/>
        <p:txBody>
          <a:bodyPr/>
          <a:lstStyle/>
          <a:p>
            <a:endParaRPr lang="en-US" noProof="0" dirty="0"/>
          </a:p>
        </p:txBody>
      </p:sp>
      <p:sp>
        <p:nvSpPr>
          <p:cNvPr id="5" name="Slide Number Placeholder 4">
            <a:extLst>
              <a:ext uri="{FF2B5EF4-FFF2-40B4-BE49-F238E27FC236}">
                <a16:creationId xmlns:a16="http://schemas.microsoft.com/office/drawing/2014/main" xmlns="" id="{41E03D32-E1DA-40B5-B3BC-A1FA9604F55C}"/>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7951968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3">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13" name="Freeform: Shape 12">
            <a:extLst>
              <a:ext uri="{FF2B5EF4-FFF2-40B4-BE49-F238E27FC236}">
                <a16:creationId xmlns:a16="http://schemas.microsoft.com/office/drawing/2014/main" xmlns=""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
        <p:nvSpPr>
          <p:cNvPr id="3" name="Picture Placeholder 2" descr="Image Placeholder">
            <a:extLst>
              <a:ext uri="{FF2B5EF4-FFF2-40B4-BE49-F238E27FC236}">
                <a16:creationId xmlns:a16="http://schemas.microsoft.com/office/drawing/2014/main" xmlns="" id="{6E51F880-E841-47CE-8E64-B0D1C6EF00F8}"/>
              </a:ext>
            </a:extLst>
          </p:cNvPr>
          <p:cNvSpPr>
            <a:spLocks noGrp="1"/>
          </p:cNvSpPr>
          <p:nvPr>
            <p:ph type="pic" idx="1" hasCustomPrompt="1"/>
          </p:nvPr>
        </p:nvSpPr>
        <p:spPr>
          <a:xfrm>
            <a:off x="5181291" y="359999"/>
            <a:ext cx="6579708" cy="5764938"/>
          </a:xfrm>
          <a:solidFill>
            <a:schemeClr val="bg1">
              <a:lumMod val="95000"/>
            </a:schemeClr>
          </a:solidFill>
        </p:spPr>
        <p:txBody>
          <a:bodyPr anchor="ctr"/>
          <a:lstStyle>
            <a:lvl1pPr marL="0" indent="0" algn="ctr">
              <a:buNone/>
              <a:defRPr sz="1200" i="1">
                <a:latin typeface="+mn-lt"/>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Insert or Drag &amp; Drop your Photo</a:t>
            </a:r>
          </a:p>
        </p:txBody>
      </p:sp>
      <p:sp>
        <p:nvSpPr>
          <p:cNvPr id="2" name="Title 1">
            <a:extLst>
              <a:ext uri="{FF2B5EF4-FFF2-40B4-BE49-F238E27FC236}">
                <a16:creationId xmlns:a16="http://schemas.microsoft.com/office/drawing/2014/main" xmlns="" id="{82207D3A-6D77-4068-8652-5FE1DE2DBC22}"/>
              </a:ext>
            </a:extLst>
          </p:cNvPr>
          <p:cNvSpPr>
            <a:spLocks noGrp="1"/>
          </p:cNvSpPr>
          <p:nvPr>
            <p:ph type="title"/>
          </p:nvPr>
        </p:nvSpPr>
        <p:spPr>
          <a:xfrm>
            <a:off x="360000" y="359998"/>
            <a:ext cx="4186799" cy="3400228"/>
          </a:xfrm>
        </p:spPr>
        <p:txBody>
          <a:bodyPr anchor="b"/>
          <a:lstStyle>
            <a:lvl1pPr>
              <a:defRPr sz="3200"/>
            </a:lvl1pPr>
          </a:lstStyle>
          <a:p>
            <a:r>
              <a:rPr lang="en-US" noProof="0" smtClean="0"/>
              <a:t>Click to edit Master title style</a:t>
            </a:r>
            <a:endParaRPr lang="en-US" noProof="0"/>
          </a:p>
        </p:txBody>
      </p:sp>
      <p:sp>
        <p:nvSpPr>
          <p:cNvPr id="11" name="Text Placeholder 3">
            <a:extLst>
              <a:ext uri="{FF2B5EF4-FFF2-40B4-BE49-F238E27FC236}">
                <a16:creationId xmlns:a16="http://schemas.microsoft.com/office/drawing/2014/main" xmlns="" id="{917DEB87-DE66-4311-84F4-4A1AE244A9D6}"/>
              </a:ext>
            </a:extLst>
          </p:cNvPr>
          <p:cNvSpPr>
            <a:spLocks noGrp="1"/>
          </p:cNvSpPr>
          <p:nvPr>
            <p:ph type="body" sz="half" idx="13" hasCustomPrompt="1"/>
          </p:nvPr>
        </p:nvSpPr>
        <p:spPr>
          <a:xfrm>
            <a:off x="359999" y="3960000"/>
            <a:ext cx="4186799"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4" name="Footer Placeholder 3">
            <a:extLst>
              <a:ext uri="{FF2B5EF4-FFF2-40B4-BE49-F238E27FC236}">
                <a16:creationId xmlns:a16="http://schemas.microsoft.com/office/drawing/2014/main" xmlns="" id="{BEF37FB2-C8E4-48B7-AD0B-D7D416D5BA06}"/>
              </a:ext>
            </a:extLst>
          </p:cNvPr>
          <p:cNvSpPr>
            <a:spLocks noGrp="1"/>
          </p:cNvSpPr>
          <p:nvPr>
            <p:ph type="ftr" sz="quarter" idx="14"/>
          </p:nvPr>
        </p:nvSpPr>
        <p:spPr/>
        <p:txBody>
          <a:bodyPr/>
          <a:lstStyle/>
          <a:p>
            <a:endParaRPr lang="en-US" noProof="0" dirty="0"/>
          </a:p>
        </p:txBody>
      </p:sp>
      <p:sp>
        <p:nvSpPr>
          <p:cNvPr id="5" name="Slide Number Placeholder 4">
            <a:extLst>
              <a:ext uri="{FF2B5EF4-FFF2-40B4-BE49-F238E27FC236}">
                <a16:creationId xmlns:a16="http://schemas.microsoft.com/office/drawing/2014/main" xmlns="" id="{15922EC6-D3E6-47C7-AA58-7987C644DB64}"/>
              </a:ext>
            </a:extLst>
          </p:cNvPr>
          <p:cNvSpPr>
            <a:spLocks noGrp="1"/>
          </p:cNvSpPr>
          <p:nvPr>
            <p:ph type="sldNum" sz="quarter" idx="15"/>
          </p:nvPr>
        </p:nvSpPr>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57150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smtClean="0"/>
              <a:t>12/17/2025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noProof="0"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67B645E-C5E5-4727-B977-D372A0AA71D9}" type="slidenum">
              <a:rPr lang="en-US" noProof="0" smtClean="0"/>
              <a:pPr/>
              <a:t>‹#›</a:t>
            </a:fld>
            <a:endParaRPr lang="en-US" noProof="0" dirty="0"/>
          </a:p>
        </p:txBody>
      </p:sp>
      <p:pic>
        <p:nvPicPr>
          <p:cNvPr id="8" name="Picture 7">
            <a:extLst>
              <a:ext uri="{FF2B5EF4-FFF2-40B4-BE49-F238E27FC236}">
                <a16:creationId xmlns:a16="http://schemas.microsoft.com/office/drawing/2014/main" xmlns="" id="{0B6E215A-5CBB-4D87-AC07-D4489F92376D}"/>
              </a:ext>
            </a:extLst>
          </p:cNvPr>
          <p:cNvPicPr>
            <a:picLocks noChangeAspect="1"/>
          </p:cNvPicPr>
          <p:nvPr userDrawn="1"/>
        </p:nvPicPr>
        <p:blipFill>
          <a:blip r:embed="rId29"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Tree>
    <p:extLst>
      <p:ext uri="{BB962C8B-B14F-4D97-AF65-F5344CB8AC3E}">
        <p14:creationId xmlns:p14="http://schemas.microsoft.com/office/powerpoint/2010/main" val="1132768126"/>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60" r:id="rId16"/>
    <p:sldLayoutId id="2147483762" r:id="rId17"/>
    <p:sldLayoutId id="2147483764" r:id="rId18"/>
    <p:sldLayoutId id="2147483768" r:id="rId19"/>
    <p:sldLayoutId id="2147483675" r:id="rId20"/>
    <p:sldLayoutId id="2147483650" r:id="rId21"/>
    <p:sldLayoutId id="2147483652" r:id="rId22"/>
    <p:sldLayoutId id="2147483653" r:id="rId23"/>
    <p:sldLayoutId id="2147483654" r:id="rId24"/>
    <p:sldLayoutId id="2147483655" r:id="rId25"/>
    <p:sldLayoutId id="2147483677" r:id="rId26"/>
    <p:sldLayoutId id="2147483678" r:id="rId27"/>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0.svg"/><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image" Target="../media/image8.png"/><Relationship Id="rId8" Type="http://schemas.openxmlformats.org/officeDocument/2006/relationships/image" Target="../media/image12.svg"/><Relationship Id="rId7" Type="http://schemas.openxmlformats.org/officeDocument/2006/relationships/image" Target="../media/image9.png"/><Relationship Id="rId12"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Layout" Target="../slideLayouts/slideLayout14.xml"/><Relationship Id="rId6" Type="http://schemas.openxmlformats.org/officeDocument/2006/relationships/image" Target="../media/image10.svg"/><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image" Target="../media/image14.sv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34.svg"/><Relationship Id="rId5" Type="http://schemas.openxmlformats.org/officeDocument/2006/relationships/image" Target="../media/image23.pn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Design recommendations for multi-storey and underground car parks | NB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150" y="800099"/>
            <a:ext cx="5666716" cy="5305425"/>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4F50E8F8-CBC6-4A56-A60B-FDBF1E1F1214}"/>
              </a:ext>
            </a:extLst>
          </p:cNvPr>
          <p:cNvSpPr>
            <a:spLocks noGrp="1"/>
          </p:cNvSpPr>
          <p:nvPr>
            <p:ph type="ctrTitle"/>
          </p:nvPr>
        </p:nvSpPr>
        <p:spPr>
          <a:xfrm>
            <a:off x="7102481" y="2098184"/>
            <a:ext cx="4967599" cy="2078700"/>
          </a:xfrm>
        </p:spPr>
        <p:txBody>
          <a:bodyPr>
            <a:noAutofit/>
          </a:bodyPr>
          <a:lstStyle/>
          <a:p>
            <a:pPr algn="l"/>
            <a:r>
              <a:rPr lang="en-US" sz="2800" dirty="0" smtClean="0">
                <a:latin typeface="Arial Black" panose="020B0A04020102020204" pitchFamily="34" charset="0"/>
              </a:rPr>
              <a:t>Car parking lot Management  system </a:t>
            </a:r>
            <a:endParaRPr lang="en-US" sz="2800" dirty="0">
              <a:latin typeface="Arial Black" panose="020B0A04020102020204" pitchFamily="34" charset="0"/>
            </a:endParaRPr>
          </a:p>
        </p:txBody>
      </p:sp>
      <p:sp>
        <p:nvSpPr>
          <p:cNvPr id="3" name="Subtitle 2">
            <a:extLst>
              <a:ext uri="{FF2B5EF4-FFF2-40B4-BE49-F238E27FC236}">
                <a16:creationId xmlns:a16="http://schemas.microsoft.com/office/drawing/2014/main" xmlns="" id="{72258620-D380-473B-A288-E14928A16BDB}"/>
              </a:ext>
            </a:extLst>
          </p:cNvPr>
          <p:cNvSpPr>
            <a:spLocks noGrp="1"/>
          </p:cNvSpPr>
          <p:nvPr>
            <p:ph type="subTitle" idx="1"/>
          </p:nvPr>
        </p:nvSpPr>
        <p:spPr>
          <a:xfrm>
            <a:off x="6941127" y="4442648"/>
            <a:ext cx="5525193" cy="885812"/>
          </a:xfrm>
        </p:spPr>
        <p:txBody>
          <a:bodyPr>
            <a:normAutofit/>
          </a:bodyPr>
          <a:lstStyle/>
          <a:p>
            <a:pPr algn="l"/>
            <a:r>
              <a:rPr lang="en-US" sz="1200" dirty="0" smtClean="0">
                <a:solidFill>
                  <a:schemeClr val="bg2"/>
                </a:solidFill>
                <a:latin typeface="Arial" panose="020B0604020202020204" pitchFamily="34" charset="0"/>
                <a:cs typeface="Arial" panose="020B0604020202020204" pitchFamily="34" charset="0"/>
              </a:rPr>
              <a:t>Exploring the implementation of a car parking system using object oriented programming principle </a:t>
            </a:r>
            <a:endParaRPr lang="en-US" sz="1200" dirty="0">
              <a:solidFill>
                <a:schemeClr val="bg2"/>
              </a:solidFill>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xmlns="" id="{DAE98AA7-EEC8-4349-B75F-8C7B0A80C3F3}"/>
              </a:ext>
              <a:ext uri="{C183D7F6-B498-43B3-948B-1728B52AA6E4}">
                <adec:decorative xmlns:adec="http://schemas.microsoft.com/office/drawing/2017/decorative" xmlns="" val="1"/>
              </a:ext>
            </a:extLst>
          </p:cNvPr>
          <p:cNvSpPr/>
          <p:nvPr/>
        </p:nvSpPr>
        <p:spPr>
          <a:xfrm>
            <a:off x="1042939" y="3137534"/>
            <a:ext cx="3146675" cy="309701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Arial Black" panose="020B0A04020102020204" pitchFamily="34" charset="0"/>
              </a:rPr>
              <a:t>Presented by </a:t>
            </a:r>
          </a:p>
          <a:p>
            <a:pPr algn="ctr"/>
            <a:r>
              <a:rPr lang="en-US" b="1" dirty="0" smtClean="0">
                <a:solidFill>
                  <a:schemeClr val="tx1"/>
                </a:solidFill>
                <a:latin typeface="Arial Black" panose="020B0A04020102020204" pitchFamily="34" charset="0"/>
              </a:rPr>
              <a:t>Ali Raza </a:t>
            </a:r>
            <a:endParaRPr lang="en-US" b="1" dirty="0" smtClean="0">
              <a:solidFill>
                <a:schemeClr val="tx1"/>
              </a:solidFill>
              <a:latin typeface="Arial Black" panose="020B0A04020102020204" pitchFamily="34" charset="0"/>
            </a:endParaRPr>
          </a:p>
          <a:p>
            <a:pPr algn="ctr"/>
            <a:r>
              <a:rPr lang="en-US" b="1" dirty="0" smtClean="0">
                <a:solidFill>
                  <a:schemeClr val="tx1"/>
                </a:solidFill>
                <a:latin typeface="Arial Black" panose="020B0A04020102020204" pitchFamily="34" charset="0"/>
              </a:rPr>
              <a:t>&amp; </a:t>
            </a:r>
          </a:p>
          <a:p>
            <a:pPr algn="ctr"/>
            <a:r>
              <a:rPr lang="en-US" b="1" dirty="0" err="1" smtClean="0">
                <a:solidFill>
                  <a:schemeClr val="tx1"/>
                </a:solidFill>
                <a:latin typeface="Arial Black" panose="020B0A04020102020204" pitchFamily="34" charset="0"/>
              </a:rPr>
              <a:t>Sajal</a:t>
            </a:r>
            <a:r>
              <a:rPr lang="en-US" b="1" dirty="0" smtClean="0">
                <a:solidFill>
                  <a:schemeClr val="tx1"/>
                </a:solidFill>
                <a:latin typeface="Arial Black" panose="020B0A04020102020204" pitchFamily="34" charset="0"/>
              </a:rPr>
              <a:t> </a:t>
            </a:r>
            <a:r>
              <a:rPr lang="en-US" b="1" dirty="0" smtClean="0">
                <a:solidFill>
                  <a:schemeClr val="tx1"/>
                </a:solidFill>
                <a:latin typeface="Arial Black" panose="020B0A04020102020204" pitchFamily="34" charset="0"/>
              </a:rPr>
              <a:t>Tariq</a:t>
            </a:r>
            <a:endParaRPr lang="en-US" b="1"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80926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50E8F8-CBC6-4A56-A60B-FDBF1E1F1214}"/>
              </a:ext>
            </a:extLst>
          </p:cNvPr>
          <p:cNvSpPr>
            <a:spLocks noGrp="1"/>
          </p:cNvSpPr>
          <p:nvPr>
            <p:ph type="ctrTitle"/>
          </p:nvPr>
        </p:nvSpPr>
        <p:spPr bwMode="gray">
          <a:xfrm>
            <a:off x="3680876" y="491066"/>
            <a:ext cx="3786724" cy="767267"/>
          </a:xfrm>
        </p:spPr>
        <p:txBody>
          <a:bodyPr>
            <a:normAutofit fontScale="90000"/>
          </a:bodyPr>
          <a:lstStyle/>
          <a:p>
            <a:r>
              <a:rPr lang="en-US" sz="4400" dirty="0" smtClean="0">
                <a:latin typeface="Arial Black" panose="020B0A04020102020204" pitchFamily="34" charset="0"/>
              </a:rPr>
              <a:t>Introduction </a:t>
            </a:r>
            <a:endParaRPr lang="en-US" sz="4400" dirty="0">
              <a:latin typeface="Arial Black" panose="020B0A04020102020204" pitchFamily="34" charset="0"/>
            </a:endParaRPr>
          </a:p>
        </p:txBody>
      </p:sp>
      <p:sp>
        <p:nvSpPr>
          <p:cNvPr id="3" name="Subtitle 2">
            <a:extLst>
              <a:ext uri="{FF2B5EF4-FFF2-40B4-BE49-F238E27FC236}">
                <a16:creationId xmlns:a16="http://schemas.microsoft.com/office/drawing/2014/main" xmlns="" id="{72258620-D380-473B-A288-E14928A16BDB}"/>
              </a:ext>
            </a:extLst>
          </p:cNvPr>
          <p:cNvSpPr>
            <a:spLocks noGrp="1"/>
          </p:cNvSpPr>
          <p:nvPr>
            <p:ph type="subTitle" idx="1"/>
          </p:nvPr>
        </p:nvSpPr>
        <p:spPr bwMode="gray">
          <a:xfrm>
            <a:off x="716771" y="1629296"/>
            <a:ext cx="4686501" cy="4023358"/>
          </a:xfrm>
        </p:spPr>
        <p:txBody>
          <a:bodyPr>
            <a:noAutofit/>
          </a:bodyPr>
          <a:lstStyle/>
          <a:p>
            <a:r>
              <a:rPr lang="en-US" sz="2400" dirty="0"/>
              <a:t>This Car Parking Management System is a </a:t>
            </a:r>
            <a:r>
              <a:rPr lang="en-US" sz="2400" b="1" dirty="0"/>
              <a:t>C++ object-oriented program</a:t>
            </a:r>
            <a:r>
              <a:rPr lang="en-US" sz="2400" dirty="0"/>
              <a:t> designed to simulate how vehicles are managed in a parking lot. It demonstrates key OOP concepts such as </a:t>
            </a:r>
            <a:r>
              <a:rPr lang="en-US" sz="2400" b="1" dirty="0"/>
              <a:t>inheritance, polymorphism, encapsulation, and abstraction</a:t>
            </a:r>
            <a:r>
              <a:rPr lang="en-US" sz="2400" dirty="0"/>
              <a:t> while providing a practical example of managing cars in a limited-capacity parking area.</a:t>
            </a:r>
          </a:p>
          <a:p>
            <a:endParaRPr lang="en-US" sz="2400" dirty="0"/>
          </a:p>
        </p:txBody>
      </p:sp>
      <p:sp>
        <p:nvSpPr>
          <p:cNvPr id="9" name="Freeform: Shape 8">
            <a:extLst>
              <a:ext uri="{FF2B5EF4-FFF2-40B4-BE49-F238E27FC236}">
                <a16:creationId xmlns:a16="http://schemas.microsoft.com/office/drawing/2014/main" xmlns="" id="{F4E224D4-CF4C-4EC1-B54B-3738143F6391}"/>
              </a:ext>
              <a:ext uri="{C183D7F6-B498-43B3-948B-1728B52AA6E4}">
                <adec:decorative xmlns:adec="http://schemas.microsoft.com/office/drawing/2017/decorative" xmlns="" val="1"/>
              </a:ext>
            </a:extLst>
          </p:cNvPr>
          <p:cNvSpPr/>
          <p:nvPr/>
        </p:nvSpPr>
        <p:spPr>
          <a:xfrm rot="10800000">
            <a:off x="9220655" y="606224"/>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pic>
        <p:nvPicPr>
          <p:cNvPr id="11" name="Picture 10"/>
          <p:cNvPicPr>
            <a:picLocks noChangeAspect="1"/>
          </p:cNvPicPr>
          <p:nvPr/>
        </p:nvPicPr>
        <p:blipFill>
          <a:blip r:embed="rId3"/>
          <a:stretch>
            <a:fillRect/>
          </a:stretch>
        </p:blipFill>
        <p:spPr>
          <a:xfrm>
            <a:off x="8444591" y="86699"/>
            <a:ext cx="3481118" cy="3554276"/>
          </a:xfrm>
          <a:prstGeom prst="rect">
            <a:avLst/>
          </a:prstGeom>
        </p:spPr>
      </p:pic>
    </p:spTree>
    <p:extLst>
      <p:ext uri="{BB962C8B-B14F-4D97-AF65-F5344CB8AC3E}">
        <p14:creationId xmlns:p14="http://schemas.microsoft.com/office/powerpoint/2010/main" val="3069339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a:extLst>
              <a:ext uri="{FF2B5EF4-FFF2-40B4-BE49-F238E27FC236}">
                <a16:creationId xmlns:a16="http://schemas.microsoft.com/office/drawing/2014/main" xmlns="" id="{247BA36B-90FB-47C0-BAF0-6F1E2FA5C763}"/>
              </a:ext>
            </a:extLst>
          </p:cNvPr>
          <p:cNvSpPr>
            <a:spLocks noGrp="1"/>
          </p:cNvSpPr>
          <p:nvPr>
            <p:ph type="sldNum" sz="quarter" idx="15"/>
          </p:nvPr>
        </p:nvSpPr>
        <p:spPr/>
        <p:txBody>
          <a:bodyPr>
            <a:normAutofit lnSpcReduction="10000"/>
          </a:bodyPr>
          <a:lstStyle/>
          <a:p>
            <a:fld id="{B67B645E-C5E5-4727-B977-D372A0AA71D9}" type="slidenum">
              <a:rPr lang="en-US" smtClean="0"/>
              <a:pPr/>
              <a:t>3</a:t>
            </a:fld>
            <a:endParaRPr lang="en-US" dirty="0"/>
          </a:p>
        </p:txBody>
      </p:sp>
      <p:pic>
        <p:nvPicPr>
          <p:cNvPr id="12" name="Picture Placeholder 11" descr="Laptop">
            <a:extLst>
              <a:ext uri="{FF2B5EF4-FFF2-40B4-BE49-F238E27FC236}">
                <a16:creationId xmlns:a16="http://schemas.microsoft.com/office/drawing/2014/main" xmlns="" id="{3E7237D6-2D71-4A63-9CB5-8ADCB63FC726}"/>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l="22" r="22"/>
          <a:stretch/>
        </p:blipFill>
        <p:spPr>
          <a:xfrm>
            <a:off x="5611092" y="0"/>
            <a:ext cx="3475177" cy="3555252"/>
          </a:xfrm>
        </p:spPr>
      </p:pic>
      <p:sp>
        <p:nvSpPr>
          <p:cNvPr id="3" name="Title 2">
            <a:extLst>
              <a:ext uri="{FF2B5EF4-FFF2-40B4-BE49-F238E27FC236}">
                <a16:creationId xmlns:a16="http://schemas.microsoft.com/office/drawing/2014/main" xmlns="" id="{7A663105-4B92-4F24-9DF6-58BB116E29FA}"/>
              </a:ext>
            </a:extLst>
          </p:cNvPr>
          <p:cNvSpPr>
            <a:spLocks noGrp="1"/>
          </p:cNvSpPr>
          <p:nvPr>
            <p:ph type="ctrTitle"/>
          </p:nvPr>
        </p:nvSpPr>
        <p:spPr bwMode="gray">
          <a:xfrm>
            <a:off x="7643338" y="3281563"/>
            <a:ext cx="3863221" cy="720000"/>
          </a:xfrm>
        </p:spPr>
        <p:txBody>
          <a:bodyPr>
            <a:normAutofit/>
          </a:bodyPr>
          <a:lstStyle/>
          <a:p>
            <a:r>
              <a:rPr lang="en-US" dirty="0" smtClean="0"/>
              <a:t>Overview </a:t>
            </a:r>
            <a:endParaRPr lang="en-US" dirty="0"/>
          </a:p>
        </p:txBody>
      </p:sp>
      <p:sp>
        <p:nvSpPr>
          <p:cNvPr id="2" name="Content Placeholder 1"/>
          <p:cNvSpPr>
            <a:spLocks noGrp="1" noChangeArrowheads="1"/>
          </p:cNvSpPr>
          <p:nvPr>
            <p:ph idx="13"/>
          </p:nvPr>
        </p:nvSpPr>
        <p:spPr bwMode="auto">
          <a:xfrm>
            <a:off x="224180" y="1987207"/>
            <a:ext cx="571942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cs typeface="Arial" panose="020B0604020202020204" pitchFamily="34" charset="0"/>
              </a:rPr>
              <a:t>The</a:t>
            </a:r>
            <a:r>
              <a:rPr kumimoji="0" lang="en-US" sz="4400" b="0" i="0" u="none" strike="noStrike" cap="none" normalizeH="0" baseline="0" dirty="0" smtClean="0">
                <a:ln>
                  <a:noFill/>
                </a:ln>
                <a:solidFill>
                  <a:schemeClr val="tx1"/>
                </a:solidFill>
                <a:effectLst/>
                <a:cs typeface="Arial" panose="020B0604020202020204" pitchFamily="34" charset="0"/>
              </a:rPr>
              <a:t> </a:t>
            </a:r>
            <a:r>
              <a:rPr kumimoji="0" lang="en-US" sz="1600" b="0" i="0" u="none" strike="noStrike" cap="none" normalizeH="0" baseline="0" dirty="0" smtClean="0">
                <a:ln>
                  <a:noFill/>
                </a:ln>
                <a:solidFill>
                  <a:schemeClr val="tx1"/>
                </a:solidFill>
                <a:effectLst/>
                <a:cs typeface="Arial" panose="020B0604020202020204" pitchFamily="34" charset="0"/>
              </a:rPr>
              <a:t>Vehicle class is the </a:t>
            </a:r>
            <a:r>
              <a:rPr kumimoji="0" lang="en-US" sz="1600" b="1" i="0" u="none" strike="noStrike" cap="none" normalizeH="0" baseline="0" dirty="0" smtClean="0">
                <a:ln>
                  <a:noFill/>
                </a:ln>
                <a:solidFill>
                  <a:schemeClr val="tx1"/>
                </a:solidFill>
                <a:effectLst/>
                <a:cs typeface="Arial" panose="020B0604020202020204" pitchFamily="34" charset="0"/>
              </a:rPr>
              <a:t>main base class</a:t>
            </a:r>
            <a:r>
              <a:rPr kumimoji="0" lang="en-US" sz="1600" b="0" i="0" u="none" strike="noStrike" cap="none" normalizeH="0" baseline="0" dirty="0" smtClean="0">
                <a:ln>
                  <a:noFill/>
                </a:ln>
                <a:solidFill>
                  <a:schemeClr val="tx1"/>
                </a:solidFill>
                <a:effectLst/>
                <a:cs typeface="Arial" panose="020B0604020202020204" pitchFamily="34" charset="0"/>
              </a:rPr>
              <a:t> in the Car Parking Management System. It has a protected attribute called </a:t>
            </a:r>
            <a:r>
              <a:rPr kumimoji="0" lang="en-US" sz="1400" b="0" i="0" u="none" strike="noStrike" cap="none" normalizeH="0" baseline="0" dirty="0" err="1" smtClean="0">
                <a:ln>
                  <a:noFill/>
                </a:ln>
                <a:solidFill>
                  <a:schemeClr val="tx1"/>
                </a:solidFill>
                <a:effectLst/>
                <a:cs typeface="Arial" panose="020B0604020202020204" pitchFamily="34" charset="0"/>
              </a:rPr>
              <a:t>plateNumber</a:t>
            </a:r>
            <a:r>
              <a:rPr kumimoji="0" lang="en-US" sz="1600" b="0" i="0" u="none" strike="noStrike" cap="none" normalizeH="0" baseline="0" dirty="0" smtClean="0">
                <a:ln>
                  <a:noFill/>
                </a:ln>
                <a:solidFill>
                  <a:schemeClr val="tx1"/>
                </a:solidFill>
                <a:effectLst/>
                <a:cs typeface="Arial" panose="020B0604020202020204" pitchFamily="34" charset="0"/>
              </a:rPr>
              <a:t> which stores the vehicle’s number plate. This attribute is hidden from outside but can be used by classes that inherit from </a:t>
            </a:r>
            <a:r>
              <a:rPr kumimoji="0" lang="en-US" sz="2000" b="0" i="0" u="none" strike="noStrike" cap="none" normalizeH="0" baseline="0" dirty="0" smtClean="0">
                <a:ln>
                  <a:noFill/>
                </a:ln>
                <a:solidFill>
                  <a:schemeClr val="tx1"/>
                </a:solidFill>
                <a:effectLst/>
                <a:cs typeface="Arial" panose="020B0604020202020204" pitchFamily="34" charset="0"/>
              </a:rPr>
              <a:t>Vehicle</a:t>
            </a:r>
            <a:r>
              <a:rPr kumimoji="0" lang="en-US" sz="1600" b="0" i="0" u="none" strike="noStrike" cap="none" normalizeH="0" baseline="0" dirty="0" smtClean="0">
                <a:ln>
                  <a:noFill/>
                </a:ln>
                <a:solidFill>
                  <a:schemeClr val="tx1"/>
                </a:solidFill>
                <a:effectLst/>
                <a:cs typeface="Arial" panose="020B0604020202020204" pitchFamily="34" charset="0"/>
              </a:rPr>
              <a:t>. The class also has a </a:t>
            </a:r>
            <a:r>
              <a:rPr kumimoji="0" lang="en-US" sz="1600" b="1" i="0" u="none" strike="noStrike" cap="none" normalizeH="0" baseline="0" dirty="0" smtClean="0">
                <a:ln>
                  <a:noFill/>
                </a:ln>
                <a:solidFill>
                  <a:schemeClr val="tx1"/>
                </a:solidFill>
                <a:effectLst/>
                <a:cs typeface="Arial" panose="020B0604020202020204" pitchFamily="34" charset="0"/>
              </a:rPr>
              <a:t>pure virtual function</a:t>
            </a:r>
            <a:r>
              <a:rPr kumimoji="0" lang="en-US" sz="1600" b="0" i="0" u="none" strike="noStrike" cap="none" normalizeH="0" baseline="0" dirty="0" smtClean="0">
                <a:ln>
                  <a:noFill/>
                </a:ln>
                <a:solidFill>
                  <a:schemeClr val="tx1"/>
                </a:solidFill>
                <a:effectLst/>
                <a:cs typeface="Arial" panose="020B0604020202020204" pitchFamily="34" charset="0"/>
              </a:rPr>
              <a:t> called calculateFee(</a:t>
            </a:r>
            <a:r>
              <a:rPr kumimoji="0" lang="en-US" sz="1600" b="0" i="0" u="none" strike="noStrike" cap="none" normalizeH="0" baseline="0" dirty="0" err="1" smtClean="0">
                <a:ln>
                  <a:noFill/>
                </a:ln>
                <a:solidFill>
                  <a:schemeClr val="tx1"/>
                </a:solidFill>
                <a:effectLst/>
                <a:cs typeface="Arial" panose="020B0604020202020204" pitchFamily="34" charset="0"/>
              </a:rPr>
              <a:t>int</a:t>
            </a:r>
            <a:r>
              <a:rPr kumimoji="0" lang="en-US" sz="1600" b="0" i="0" u="none" strike="noStrike" cap="none" normalizeH="0" baseline="0" dirty="0" smtClean="0">
                <a:ln>
                  <a:noFill/>
                </a:ln>
                <a:solidFill>
                  <a:schemeClr val="tx1"/>
                </a:solidFill>
                <a:effectLst/>
                <a:cs typeface="Arial" panose="020B0604020202020204" pitchFamily="34" charset="0"/>
              </a:rPr>
              <a:t> hours)</a:t>
            </a:r>
            <a:r>
              <a:rPr kumimoji="0" lang="en-US" sz="1200" b="0" i="0" u="none" strike="noStrike" cap="none" normalizeH="0" baseline="0" dirty="0" smtClean="0">
                <a:ln>
                  <a:noFill/>
                </a:ln>
                <a:solidFill>
                  <a:schemeClr val="tx1"/>
                </a:solidFill>
                <a:effectLst/>
                <a:cs typeface="Arial" panose="020B0604020202020204" pitchFamily="34" charset="0"/>
              </a:rPr>
              <a:t>. </a:t>
            </a:r>
            <a:r>
              <a:rPr kumimoji="0" lang="en-US" sz="1600" b="0" i="0" u="none" strike="noStrike" cap="none" normalizeH="0" baseline="0" dirty="0" smtClean="0">
                <a:ln>
                  <a:noFill/>
                </a:ln>
                <a:solidFill>
                  <a:schemeClr val="tx1"/>
                </a:solidFill>
                <a:effectLst/>
                <a:cs typeface="Arial" panose="020B0604020202020204" pitchFamily="34" charset="0"/>
              </a:rPr>
              <a:t>This makes </a:t>
            </a:r>
            <a:r>
              <a:rPr kumimoji="0" lang="en-US" sz="1400" b="0" i="0" u="none" strike="noStrike" cap="none" normalizeH="0" baseline="0" dirty="0" smtClean="0">
                <a:ln>
                  <a:noFill/>
                </a:ln>
                <a:solidFill>
                  <a:schemeClr val="tx1"/>
                </a:solidFill>
                <a:effectLst/>
                <a:cs typeface="Arial" panose="020B0604020202020204" pitchFamily="34" charset="0"/>
              </a:rPr>
              <a:t>Vehicle</a:t>
            </a:r>
            <a:r>
              <a:rPr kumimoji="0" lang="en-US" sz="1600" b="0" i="0" u="none" strike="noStrike" cap="none" normalizeH="0" baseline="0" dirty="0" smtClean="0">
                <a:ln>
                  <a:noFill/>
                </a:ln>
                <a:solidFill>
                  <a:schemeClr val="tx1"/>
                </a:solidFill>
                <a:effectLst/>
                <a:cs typeface="Arial" panose="020B0604020202020204" pitchFamily="34" charset="0"/>
              </a:rPr>
              <a:t> an </a:t>
            </a:r>
            <a:r>
              <a:rPr kumimoji="0" lang="en-US" sz="1400" b="1" i="0" u="none" strike="noStrike" cap="none" normalizeH="0" baseline="0" dirty="0" smtClean="0">
                <a:ln>
                  <a:noFill/>
                </a:ln>
                <a:solidFill>
                  <a:schemeClr val="tx1"/>
                </a:solidFill>
                <a:effectLst/>
                <a:cs typeface="Arial" panose="020B0604020202020204" pitchFamily="34" charset="0"/>
              </a:rPr>
              <a:t>abstract class</a:t>
            </a:r>
            <a:r>
              <a:rPr kumimoji="0" lang="en-US" sz="2800" b="0" i="0" u="none" strike="noStrike" cap="none" normalizeH="0" baseline="0" dirty="0" smtClean="0">
                <a:ln>
                  <a:noFill/>
                </a:ln>
                <a:solidFill>
                  <a:schemeClr val="tx1"/>
                </a:solidFill>
                <a:effectLst/>
                <a:cs typeface="Arial" panose="020B0604020202020204" pitchFamily="34" charset="0"/>
              </a:rPr>
              <a:t>,</a:t>
            </a:r>
            <a:r>
              <a:rPr kumimoji="0" lang="en-US" sz="4400" b="0" i="0" u="none" strike="noStrike" cap="none" normalizeH="0" baseline="0" dirty="0" smtClean="0">
                <a:ln>
                  <a:noFill/>
                </a:ln>
                <a:solidFill>
                  <a:schemeClr val="tx1"/>
                </a:solidFill>
                <a:effectLst/>
                <a:cs typeface="Arial" panose="020B0604020202020204" pitchFamily="34" charset="0"/>
              </a:rPr>
              <a:t> </a:t>
            </a:r>
            <a:r>
              <a:rPr kumimoji="0" lang="en-US" sz="1600" b="0" i="0" u="none" strike="noStrike" cap="none" normalizeH="0" baseline="0" dirty="0" smtClean="0">
                <a:ln>
                  <a:noFill/>
                </a:ln>
                <a:solidFill>
                  <a:schemeClr val="tx1"/>
                </a:solidFill>
                <a:effectLst/>
                <a:cs typeface="Arial" panose="020B0604020202020204" pitchFamily="34" charset="0"/>
              </a:rPr>
              <a:t>meaning you cannot create objects of it directly. Instead, other classes like </a:t>
            </a:r>
            <a:r>
              <a:rPr kumimoji="0" lang="en-US" sz="2000" b="0" i="0" u="none" strike="noStrike" cap="none" normalizeH="0" baseline="0" dirty="0" smtClean="0">
                <a:ln>
                  <a:noFill/>
                </a:ln>
                <a:solidFill>
                  <a:schemeClr val="tx1"/>
                </a:solidFill>
                <a:effectLst/>
                <a:cs typeface="Arial" panose="020B0604020202020204" pitchFamily="34" charset="0"/>
              </a:rPr>
              <a:t>Car</a:t>
            </a:r>
            <a:r>
              <a:rPr kumimoji="0" lang="en-US" sz="1600" b="0" i="0" u="none" strike="noStrike" cap="none" normalizeH="0" baseline="0" dirty="0" smtClean="0">
                <a:ln>
                  <a:noFill/>
                </a:ln>
                <a:solidFill>
                  <a:schemeClr val="tx1"/>
                </a:solidFill>
                <a:effectLst/>
                <a:cs typeface="Arial" panose="020B0604020202020204" pitchFamily="34" charset="0"/>
              </a:rPr>
              <a:t> must provide their own way of calculating parking fees. This design makes the system more flexible, easy to extend, and follows important object-oriented concepts like </a:t>
            </a:r>
            <a:r>
              <a:rPr kumimoji="0" lang="en-US" sz="1600" b="1" i="0" u="none" strike="noStrike" cap="none" normalizeH="0" baseline="0" dirty="0" smtClean="0">
                <a:ln>
                  <a:noFill/>
                </a:ln>
                <a:solidFill>
                  <a:schemeClr val="tx1"/>
                </a:solidFill>
                <a:effectLst/>
                <a:cs typeface="Arial" panose="020B0604020202020204" pitchFamily="34" charset="0"/>
              </a:rPr>
              <a:t>abstraction, encapsulation, and polymorphism</a:t>
            </a:r>
            <a:r>
              <a:rPr kumimoji="0" lang="en-US" sz="1600" b="0" i="0" u="none" strike="noStrike" cap="none" normalizeH="0" baseline="0" dirty="0" smtClean="0">
                <a:ln>
                  <a:noFill/>
                </a:ln>
                <a:solidFill>
                  <a:schemeClr val="tx1"/>
                </a:solidFill>
                <a:effectLst/>
                <a:cs typeface="Arial" panose="020B0604020202020204" pitchFamily="34" charset="0"/>
              </a:rPr>
              <a:t>.</a:t>
            </a:r>
          </a:p>
        </p:txBody>
      </p:sp>
      <p:sp>
        <p:nvSpPr>
          <p:cNvPr id="5" name="TextBox 4"/>
          <p:cNvSpPr txBox="1"/>
          <p:nvPr/>
        </p:nvSpPr>
        <p:spPr>
          <a:xfrm>
            <a:off x="-303677" y="789709"/>
            <a:ext cx="6442627" cy="646331"/>
          </a:xfrm>
          <a:prstGeom prst="rect">
            <a:avLst/>
          </a:prstGeom>
          <a:noFill/>
        </p:spPr>
        <p:txBody>
          <a:bodyPr wrap="square" rtlCol="0">
            <a:spAutoFit/>
          </a:bodyPr>
          <a:lstStyle/>
          <a:p>
            <a:pPr algn="ctr"/>
            <a:r>
              <a:rPr lang="en-US" b="1" dirty="0" smtClean="0"/>
              <a:t>Base </a:t>
            </a:r>
            <a:r>
              <a:rPr lang="en-US" b="1" dirty="0"/>
              <a:t>class for </a:t>
            </a:r>
            <a:r>
              <a:rPr lang="en-US" b="1" dirty="0" smtClean="0"/>
              <a:t>vehicle </a:t>
            </a:r>
            <a:r>
              <a:rPr lang="en-US" b="1" dirty="0"/>
              <a:t>, protected plate number attributes, pure virtual </a:t>
            </a:r>
            <a:r>
              <a:rPr lang="en-US" b="1" dirty="0" smtClean="0"/>
              <a:t>function</a:t>
            </a:r>
            <a:endParaRPr lang="en-US" b="1" dirty="0"/>
          </a:p>
        </p:txBody>
      </p:sp>
    </p:spTree>
    <p:extLst>
      <p:ext uri="{BB962C8B-B14F-4D97-AF65-F5344CB8AC3E}">
        <p14:creationId xmlns:p14="http://schemas.microsoft.com/office/powerpoint/2010/main" val="21227289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Placeholder 40" descr="Downward trend">
            <a:extLst>
              <a:ext uri="{FF2B5EF4-FFF2-40B4-BE49-F238E27FC236}">
                <a16:creationId xmlns:a16="http://schemas.microsoft.com/office/drawing/2014/main" xmlns="" id="{B811075A-E743-458A-83DD-C9C3924D79D2}"/>
              </a:ext>
            </a:extLst>
          </p:cNvPr>
          <p:cNvPicPr>
            <a:picLocks noGrp="1" noChangeAspect="1"/>
          </p:cNvPicPr>
          <p:nvPr>
            <p:ph type="pic" sz="quarter" idx="41"/>
          </p:nvPr>
        </p:nvPicPr>
        <p:blipFill>
          <a:blip r:embed="rId3">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a:stretch>
        </p:blipFill>
        <p:spPr/>
      </p:pic>
      <p:sp>
        <p:nvSpPr>
          <p:cNvPr id="9" name="Text Placeholder 8">
            <a:extLst>
              <a:ext uri="{FF2B5EF4-FFF2-40B4-BE49-F238E27FC236}">
                <a16:creationId xmlns:a16="http://schemas.microsoft.com/office/drawing/2014/main" xmlns="" id="{CEFFF724-CE30-4C63-A086-DF05C2777EC1}"/>
              </a:ext>
            </a:extLst>
          </p:cNvPr>
          <p:cNvSpPr>
            <a:spLocks noGrp="1"/>
          </p:cNvSpPr>
          <p:nvPr>
            <p:ph type="body" sz="quarter" idx="18"/>
          </p:nvPr>
        </p:nvSpPr>
        <p:spPr>
          <a:xfrm>
            <a:off x="995254" y="3950115"/>
            <a:ext cx="1620000" cy="720000"/>
          </a:xfrm>
        </p:spPr>
        <p:txBody>
          <a:bodyPr>
            <a:normAutofit/>
          </a:bodyPr>
          <a:lstStyle/>
          <a:p>
            <a:r>
              <a:rPr lang="en-US" sz="1200" b="1" dirty="0" smtClean="0"/>
              <a:t>Abstract Class</a:t>
            </a:r>
            <a:endParaRPr lang="en-US" sz="1200" b="1" dirty="0"/>
          </a:p>
        </p:txBody>
      </p:sp>
      <p:pic>
        <p:nvPicPr>
          <p:cNvPr id="43" name="Picture Placeholder 42" descr="Coins">
            <a:extLst>
              <a:ext uri="{FF2B5EF4-FFF2-40B4-BE49-F238E27FC236}">
                <a16:creationId xmlns:a16="http://schemas.microsoft.com/office/drawing/2014/main" xmlns="" id="{869A15CA-3DF8-417D-B9D8-F994D15851BB}"/>
              </a:ext>
            </a:extLst>
          </p:cNvPr>
          <p:cNvPicPr>
            <a:picLocks noGrp="1" noChangeAspect="1"/>
          </p:cNvPicPr>
          <p:nvPr>
            <p:ph type="pic" sz="quarter" idx="47"/>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l="128" r="128"/>
          <a:stretch>
            <a:fillRect/>
          </a:stretch>
        </p:blipFill>
        <p:spPr/>
      </p:pic>
      <p:sp>
        <p:nvSpPr>
          <p:cNvPr id="12" name="Text Placeholder 11">
            <a:extLst>
              <a:ext uri="{FF2B5EF4-FFF2-40B4-BE49-F238E27FC236}">
                <a16:creationId xmlns:a16="http://schemas.microsoft.com/office/drawing/2014/main" xmlns="" id="{F2739695-B49F-491F-9573-F501246A7F48}"/>
              </a:ext>
            </a:extLst>
          </p:cNvPr>
          <p:cNvSpPr>
            <a:spLocks noGrp="1"/>
          </p:cNvSpPr>
          <p:nvPr>
            <p:ph type="body" sz="quarter" idx="34"/>
          </p:nvPr>
        </p:nvSpPr>
        <p:spPr>
          <a:xfrm>
            <a:off x="2365659" y="3950115"/>
            <a:ext cx="3177828" cy="720000"/>
          </a:xfrm>
        </p:spPr>
        <p:txBody>
          <a:bodyPr>
            <a:normAutofit/>
          </a:bodyPr>
          <a:lstStyle/>
          <a:p>
            <a:r>
              <a:rPr lang="en-US" sz="1200" b="1" dirty="0" smtClean="0"/>
              <a:t>Inheritance &amp; Polymorphism </a:t>
            </a:r>
            <a:endParaRPr lang="en-US" sz="1200" b="1" dirty="0"/>
          </a:p>
        </p:txBody>
      </p:sp>
      <p:pic>
        <p:nvPicPr>
          <p:cNvPr id="45" name="Picture Placeholder 44" descr="Handshake">
            <a:extLst>
              <a:ext uri="{FF2B5EF4-FFF2-40B4-BE49-F238E27FC236}">
                <a16:creationId xmlns:a16="http://schemas.microsoft.com/office/drawing/2014/main" xmlns="" id="{D18F8380-4F68-4979-BEC0-C897519AD437}"/>
              </a:ext>
            </a:extLst>
          </p:cNvPr>
          <p:cNvPicPr>
            <a:picLocks noGrp="1" noChangeAspect="1"/>
          </p:cNvPicPr>
          <p:nvPr>
            <p:ph type="pic" sz="quarter" idx="48"/>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xmlns="" r:embed="rId8"/>
              </a:ext>
            </a:extLst>
          </a:blip>
          <a:srcRect/>
          <a:stretch>
            <a:fillRect/>
          </a:stretch>
        </p:blipFill>
        <p:spPr/>
      </p:pic>
      <p:sp>
        <p:nvSpPr>
          <p:cNvPr id="15" name="Text Placeholder 14">
            <a:extLst>
              <a:ext uri="{FF2B5EF4-FFF2-40B4-BE49-F238E27FC236}">
                <a16:creationId xmlns:a16="http://schemas.microsoft.com/office/drawing/2014/main" xmlns="" id="{4C4406D0-E93A-4D4A-882C-3D100622979A}"/>
              </a:ext>
            </a:extLst>
          </p:cNvPr>
          <p:cNvSpPr>
            <a:spLocks noGrp="1"/>
          </p:cNvSpPr>
          <p:nvPr>
            <p:ph type="body" sz="quarter" idx="36"/>
          </p:nvPr>
        </p:nvSpPr>
        <p:spPr>
          <a:xfrm>
            <a:off x="5298192" y="3950115"/>
            <a:ext cx="1620000" cy="720000"/>
          </a:xfrm>
        </p:spPr>
        <p:txBody>
          <a:bodyPr>
            <a:normAutofit/>
          </a:bodyPr>
          <a:lstStyle/>
          <a:p>
            <a:r>
              <a:rPr lang="en-US" sz="1200" b="1" dirty="0" smtClean="0"/>
              <a:t>Encapsulation</a:t>
            </a:r>
            <a:endParaRPr lang="en-US" sz="1200" b="1" dirty="0"/>
          </a:p>
        </p:txBody>
      </p:sp>
      <p:pic>
        <p:nvPicPr>
          <p:cNvPr id="47" name="Picture Placeholder 46" descr="Tag">
            <a:extLst>
              <a:ext uri="{FF2B5EF4-FFF2-40B4-BE49-F238E27FC236}">
                <a16:creationId xmlns:a16="http://schemas.microsoft.com/office/drawing/2014/main" xmlns="" id="{3B1C03DA-0209-4A1A-96AE-B3FF2B5F7533}"/>
              </a:ext>
            </a:extLst>
          </p:cNvPr>
          <p:cNvPicPr>
            <a:picLocks noGrp="1" noChangeAspect="1"/>
          </p:cNvPicPr>
          <p:nvPr>
            <p:ph type="pic" sz="quarter" idx="49"/>
          </p:nvPr>
        </p:nvPicPr>
        <p:blipFill>
          <a:blip r:embed="rId9">
            <a:extLst>
              <a:ext uri="{28A0092B-C50C-407E-A947-70E740481C1C}">
                <a14:useLocalDpi xmlns:a14="http://schemas.microsoft.com/office/drawing/2010/main"/>
              </a:ext>
              <a:ext uri="{96DAC541-7B7A-43D3-8B79-37D633B846F1}">
                <asvg:svgBlip xmlns:asvg="http://schemas.microsoft.com/office/drawing/2016/SVG/main" xmlns="" r:embed="rId10"/>
              </a:ext>
            </a:extLst>
          </a:blip>
          <a:srcRect/>
          <a:stretch>
            <a:fillRect/>
          </a:stretch>
        </p:blipFill>
        <p:spPr/>
      </p:pic>
      <p:sp>
        <p:nvSpPr>
          <p:cNvPr id="18" name="Text Placeholder 17">
            <a:extLst>
              <a:ext uri="{FF2B5EF4-FFF2-40B4-BE49-F238E27FC236}">
                <a16:creationId xmlns:a16="http://schemas.microsoft.com/office/drawing/2014/main" xmlns="" id="{448350F0-9CCA-4F7C-98E8-BC7969FD399D}"/>
              </a:ext>
            </a:extLst>
          </p:cNvPr>
          <p:cNvSpPr>
            <a:spLocks noGrp="1"/>
          </p:cNvSpPr>
          <p:nvPr>
            <p:ph type="body" sz="quarter" idx="38"/>
          </p:nvPr>
        </p:nvSpPr>
        <p:spPr>
          <a:xfrm>
            <a:off x="7078555" y="3948477"/>
            <a:ext cx="2130858" cy="720000"/>
          </a:xfrm>
        </p:spPr>
        <p:txBody>
          <a:bodyPr>
            <a:normAutofit/>
          </a:bodyPr>
          <a:lstStyle/>
          <a:p>
            <a:r>
              <a:rPr lang="en-US" sz="1200" b="1" dirty="0" smtClean="0"/>
              <a:t>Parking Management </a:t>
            </a:r>
            <a:endParaRPr lang="en-US" sz="1200" b="1" dirty="0"/>
          </a:p>
        </p:txBody>
      </p:sp>
      <p:pic>
        <p:nvPicPr>
          <p:cNvPr id="49" name="Picture Placeholder 48" descr="Bar chart">
            <a:extLst>
              <a:ext uri="{FF2B5EF4-FFF2-40B4-BE49-F238E27FC236}">
                <a16:creationId xmlns:a16="http://schemas.microsoft.com/office/drawing/2014/main" xmlns="" id="{B216FC82-4CDA-4982-85CF-C693A432A28E}"/>
              </a:ext>
            </a:extLst>
          </p:cNvPr>
          <p:cNvPicPr>
            <a:picLocks noGrp="1" noChangeAspect="1"/>
          </p:cNvPicPr>
          <p:nvPr>
            <p:ph type="pic" sz="quarter" idx="50"/>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xmlns="" r:embed="rId12"/>
              </a:ext>
            </a:extLst>
          </a:blip>
          <a:srcRect/>
          <a:stretch>
            <a:fillRect/>
          </a:stretch>
        </p:blipFill>
        <p:spPr/>
      </p:pic>
      <p:sp>
        <p:nvSpPr>
          <p:cNvPr id="19" name="Text Placeholder 18">
            <a:extLst>
              <a:ext uri="{FF2B5EF4-FFF2-40B4-BE49-F238E27FC236}">
                <a16:creationId xmlns:a16="http://schemas.microsoft.com/office/drawing/2014/main" xmlns="" id="{4FD8E4F9-1B84-4707-95BE-9EC53D7ACB9D}"/>
              </a:ext>
            </a:extLst>
          </p:cNvPr>
          <p:cNvSpPr>
            <a:spLocks noGrp="1"/>
          </p:cNvSpPr>
          <p:nvPr>
            <p:ph type="body" sz="quarter" idx="39"/>
          </p:nvPr>
        </p:nvSpPr>
        <p:spPr/>
        <p:txBody>
          <a:bodyPr>
            <a:normAutofit fontScale="92500" lnSpcReduction="20000"/>
          </a:bodyPr>
          <a:lstStyle/>
          <a:p>
            <a:r>
              <a:rPr lang="en-US" sz="1200" b="1" dirty="0" smtClean="0"/>
              <a:t>User Interaction &amp; Output</a:t>
            </a:r>
            <a:endParaRPr lang="en-US" sz="1200" b="1" dirty="0"/>
          </a:p>
        </p:txBody>
      </p:sp>
      <p:sp>
        <p:nvSpPr>
          <p:cNvPr id="32" name="Slide Number Placeholder 31">
            <a:extLst>
              <a:ext uri="{FF2B5EF4-FFF2-40B4-BE49-F238E27FC236}">
                <a16:creationId xmlns:a16="http://schemas.microsoft.com/office/drawing/2014/main" xmlns="" id="{E612258B-809C-4937-88CC-45880B3C8264}"/>
              </a:ext>
            </a:extLst>
          </p:cNvPr>
          <p:cNvSpPr>
            <a:spLocks noGrp="1"/>
          </p:cNvSpPr>
          <p:nvPr>
            <p:ph type="sldNum" sz="quarter" idx="52"/>
          </p:nvPr>
        </p:nvSpPr>
        <p:spPr/>
        <p:txBody>
          <a:bodyPr>
            <a:normAutofit lnSpcReduction="10000"/>
          </a:bodyPr>
          <a:lstStyle/>
          <a:p>
            <a:fld id="{B67B645E-C5E5-4727-B977-D372A0AA71D9}" type="slidenum">
              <a:rPr lang="en-US" smtClean="0"/>
              <a:pPr/>
              <a:t>4</a:t>
            </a:fld>
            <a:endParaRPr lang="en-US" dirty="0"/>
          </a:p>
        </p:txBody>
      </p:sp>
      <p:sp>
        <p:nvSpPr>
          <p:cNvPr id="3" name="Title 2">
            <a:extLst>
              <a:ext uri="{FF2B5EF4-FFF2-40B4-BE49-F238E27FC236}">
                <a16:creationId xmlns:a16="http://schemas.microsoft.com/office/drawing/2014/main" xmlns="" id="{0DED61FF-98D7-468C-A710-A0E65FFCFDD7}"/>
              </a:ext>
            </a:extLst>
          </p:cNvPr>
          <p:cNvSpPr>
            <a:spLocks noGrp="1"/>
          </p:cNvSpPr>
          <p:nvPr>
            <p:ph type="title"/>
          </p:nvPr>
        </p:nvSpPr>
        <p:spPr/>
        <p:txBody>
          <a:bodyPr/>
          <a:lstStyle/>
          <a:p>
            <a:r>
              <a:rPr lang="en-US" b="1" dirty="0" smtClean="0"/>
              <a:t>Core Concept in Project</a:t>
            </a:r>
            <a:endParaRPr lang="en-US" b="1" dirty="0"/>
          </a:p>
        </p:txBody>
      </p:sp>
    </p:spTree>
    <p:extLst>
      <p:ext uri="{BB962C8B-B14F-4D97-AF65-F5344CB8AC3E}">
        <p14:creationId xmlns:p14="http://schemas.microsoft.com/office/powerpoint/2010/main" val="271264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a:xfrm>
            <a:off x="854548" y="0"/>
            <a:ext cx="9692640" cy="1325562"/>
          </a:xfrm>
        </p:spPr>
        <p:txBody>
          <a:bodyPr>
            <a:normAutofit/>
          </a:bodyPr>
          <a:lstStyle/>
          <a:p>
            <a:pPr algn="ctr"/>
            <a:r>
              <a:rPr lang="en-US" sz="4000" b="1" dirty="0" smtClean="0">
                <a:solidFill>
                  <a:schemeClr val="accent3">
                    <a:lumMod val="75000"/>
                  </a:schemeClr>
                </a:solidFill>
              </a:rPr>
              <a:t>What is abstract class?</a:t>
            </a:r>
            <a:endParaRPr lang="en-US" sz="4000" b="1" dirty="0">
              <a:solidFill>
                <a:schemeClr val="accent3">
                  <a:lumMod val="75000"/>
                </a:schemeClr>
              </a:solidFill>
            </a:endParaRPr>
          </a:p>
        </p:txBody>
      </p:sp>
      <p:sp>
        <p:nvSpPr>
          <p:cNvPr id="21" name="Content Placeholder 20"/>
          <p:cNvSpPr>
            <a:spLocks noGrp="1"/>
          </p:cNvSpPr>
          <p:nvPr>
            <p:ph idx="1"/>
          </p:nvPr>
        </p:nvSpPr>
        <p:spPr>
          <a:xfrm>
            <a:off x="945989" y="1881867"/>
            <a:ext cx="8595360" cy="4351337"/>
          </a:xfrm>
        </p:spPr>
        <p:txBody>
          <a:bodyPr>
            <a:normAutofit/>
          </a:bodyPr>
          <a:lstStyle/>
          <a:p>
            <a:pPr marL="0" indent="0">
              <a:buNone/>
            </a:pPr>
            <a:r>
              <a:rPr lang="en-US" sz="1600" dirty="0"/>
              <a:t>An </a:t>
            </a:r>
            <a:r>
              <a:rPr lang="en-US" sz="1600" b="1" dirty="0"/>
              <a:t>abstract class</a:t>
            </a:r>
            <a:r>
              <a:rPr lang="en-US" sz="1600" dirty="0"/>
              <a:t> is a class that </a:t>
            </a:r>
            <a:r>
              <a:rPr lang="en-US" sz="1600" b="1" dirty="0"/>
              <a:t>cannot be directly used to create objects</a:t>
            </a:r>
            <a:r>
              <a:rPr lang="en-US" sz="1600" dirty="0"/>
              <a:t>. It is meant to be </a:t>
            </a:r>
            <a:r>
              <a:rPr lang="en-US" sz="1600" b="1" dirty="0"/>
              <a:t>inherited</a:t>
            </a:r>
            <a:r>
              <a:rPr lang="en-US" sz="1600" dirty="0"/>
              <a:t> by other classes. It usually contains </a:t>
            </a:r>
            <a:r>
              <a:rPr lang="en-US" sz="1600" b="1" dirty="0"/>
              <a:t>at least one pure virtual function</a:t>
            </a:r>
            <a:r>
              <a:rPr lang="en-US" sz="1600" dirty="0"/>
              <a:t>, which means the child class must provide its own version of that function</a:t>
            </a:r>
            <a:r>
              <a:rPr lang="en-US" sz="1600" dirty="0" smtClean="0"/>
              <a:t>.</a:t>
            </a:r>
            <a:endParaRPr lang="en-US" sz="1600" dirty="0"/>
          </a:p>
          <a:p>
            <a:pPr marL="0" indent="0">
              <a:buNone/>
            </a:pPr>
            <a:r>
              <a:rPr lang="en-US" sz="1600" b="1" dirty="0" smtClean="0"/>
              <a:t>Example:</a:t>
            </a:r>
          </a:p>
          <a:p>
            <a:pPr marL="0" indent="0">
              <a:buNone/>
            </a:pPr>
            <a:endParaRPr lang="en-US" sz="1600" dirty="0" smtClean="0"/>
          </a:p>
        </p:txBody>
      </p:sp>
      <p:sp>
        <p:nvSpPr>
          <p:cNvPr id="18" name="Slide Number Placeholder 17"/>
          <p:cNvSpPr>
            <a:spLocks noGrp="1"/>
          </p:cNvSpPr>
          <p:nvPr>
            <p:ph type="sldNum" sz="quarter" idx="12"/>
          </p:nvPr>
        </p:nvSpPr>
        <p:spPr/>
        <p:txBody>
          <a:bodyPr>
            <a:normAutofit lnSpcReduction="10000"/>
          </a:bodyPr>
          <a:lstStyle/>
          <a:p>
            <a:fld id="{B67B645E-C5E5-4727-B977-D372A0AA71D9}" type="slidenum">
              <a:rPr lang="en-US" noProof="0" smtClean="0"/>
              <a:pPr/>
              <a:t>5</a:t>
            </a:fld>
            <a:endParaRPr lang="en-US" noProof="0" dirty="0"/>
          </a:p>
        </p:txBody>
      </p:sp>
      <p:sp>
        <p:nvSpPr>
          <p:cNvPr id="22" name="Rectangle 21"/>
          <p:cNvSpPr/>
          <p:nvPr/>
        </p:nvSpPr>
        <p:spPr>
          <a:xfrm>
            <a:off x="945989" y="3371980"/>
            <a:ext cx="5696989" cy="2462213"/>
          </a:xfrm>
          <a:prstGeom prst="rect">
            <a:avLst/>
          </a:prstGeom>
        </p:spPr>
        <p:txBody>
          <a:bodyPr wrap="square">
            <a:spAutoFit/>
          </a:bodyPr>
          <a:lstStyle/>
          <a:p>
            <a:r>
              <a:rPr lang="en-US" sz="1400" dirty="0"/>
              <a:t>class Vehicle </a:t>
            </a:r>
            <a:r>
              <a:rPr lang="en-US" sz="1400" dirty="0" smtClean="0"/>
              <a:t>{</a:t>
            </a:r>
          </a:p>
          <a:p>
            <a:r>
              <a:rPr lang="en-US" sz="1400" dirty="0" smtClean="0"/>
              <a:t>protected</a:t>
            </a:r>
            <a:r>
              <a:rPr lang="en-US" sz="1400" dirty="0"/>
              <a:t>:  </a:t>
            </a:r>
            <a:endParaRPr lang="en-US" sz="1400" dirty="0" smtClean="0"/>
          </a:p>
          <a:p>
            <a:r>
              <a:rPr lang="en-US" sz="1400" dirty="0" smtClean="0"/>
              <a:t> string </a:t>
            </a:r>
            <a:r>
              <a:rPr lang="en-US" sz="1400" dirty="0" err="1"/>
              <a:t>plateNumber</a:t>
            </a:r>
            <a:r>
              <a:rPr lang="en-US" sz="1400" dirty="0" smtClean="0"/>
              <a:t>;</a:t>
            </a:r>
          </a:p>
          <a:p>
            <a:r>
              <a:rPr lang="en-US" sz="1400" dirty="0" smtClean="0"/>
              <a:t>public</a:t>
            </a:r>
            <a:r>
              <a:rPr lang="en-US" sz="1400" dirty="0"/>
              <a:t>: </a:t>
            </a:r>
            <a:endParaRPr lang="en-US" sz="1400" dirty="0" smtClean="0"/>
          </a:p>
          <a:p>
            <a:r>
              <a:rPr lang="en-US" sz="1400" dirty="0" smtClean="0"/>
              <a:t>   </a:t>
            </a:r>
            <a:r>
              <a:rPr lang="en-US" sz="1400" dirty="0"/>
              <a:t>Vehicle(string plate) : </a:t>
            </a:r>
            <a:r>
              <a:rPr lang="en-US" sz="1400" dirty="0" err="1"/>
              <a:t>plateNumber</a:t>
            </a:r>
            <a:r>
              <a:rPr lang="en-US" sz="1400" dirty="0"/>
              <a:t>(plate) {}  </a:t>
            </a:r>
            <a:endParaRPr lang="en-US" sz="1400" dirty="0" smtClean="0"/>
          </a:p>
          <a:p>
            <a:endParaRPr lang="en-US" sz="1400" dirty="0" smtClean="0"/>
          </a:p>
          <a:p>
            <a:r>
              <a:rPr lang="en-US" sz="1400" dirty="0" smtClean="0"/>
              <a:t>  </a:t>
            </a:r>
            <a:r>
              <a:rPr lang="en-US" sz="1400" dirty="0"/>
              <a:t>string </a:t>
            </a:r>
            <a:r>
              <a:rPr lang="en-US" sz="1400" dirty="0" err="1"/>
              <a:t>getPlateNumber</a:t>
            </a:r>
            <a:r>
              <a:rPr lang="en-US" sz="1400" dirty="0"/>
              <a:t>() {   </a:t>
            </a:r>
            <a:endParaRPr lang="en-US" sz="1400" dirty="0" smtClean="0"/>
          </a:p>
          <a:p>
            <a:r>
              <a:rPr lang="en-US" sz="1400" dirty="0" smtClean="0"/>
              <a:t>  return </a:t>
            </a:r>
            <a:r>
              <a:rPr lang="en-US" sz="1400" dirty="0" err="1"/>
              <a:t>plateNumber</a:t>
            </a:r>
            <a:r>
              <a:rPr lang="en-US" sz="1400" dirty="0"/>
              <a:t>;  </a:t>
            </a:r>
            <a:endParaRPr lang="en-US" sz="1400" dirty="0" smtClean="0"/>
          </a:p>
          <a:p>
            <a:r>
              <a:rPr lang="en-US" sz="1400" dirty="0" smtClean="0"/>
              <a:t>  </a:t>
            </a:r>
            <a:r>
              <a:rPr lang="en-US" sz="1400" dirty="0"/>
              <a:t>}   </a:t>
            </a:r>
            <a:endParaRPr lang="en-US" sz="1400" dirty="0" smtClean="0"/>
          </a:p>
          <a:p>
            <a:r>
              <a:rPr lang="en-US" sz="1400" dirty="0" smtClean="0"/>
              <a:t> </a:t>
            </a:r>
            <a:r>
              <a:rPr lang="en-US" sz="1400" dirty="0"/>
              <a:t>virtual int calculateFee(int hours) = 0; // Pure virtual </a:t>
            </a:r>
            <a:r>
              <a:rPr lang="en-US" sz="1400" dirty="0" smtClean="0"/>
              <a:t>function</a:t>
            </a:r>
          </a:p>
          <a:p>
            <a:r>
              <a:rPr lang="en-US" sz="1400" dirty="0" smtClean="0"/>
              <a:t>};</a:t>
            </a:r>
            <a:endParaRPr lang="en-US" sz="1400" dirty="0"/>
          </a:p>
        </p:txBody>
      </p:sp>
      <p:pic>
        <p:nvPicPr>
          <p:cNvPr id="5122" name="Picture 2" descr="C++ Tutorial: Polymorphism | Pumpkin Programm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620" y="2977213"/>
            <a:ext cx="4259982" cy="319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6088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540" y="232101"/>
            <a:ext cx="9692640" cy="1325562"/>
          </a:xfrm>
        </p:spPr>
        <p:txBody>
          <a:bodyPr/>
          <a:lstStyle/>
          <a:p>
            <a:pPr algn="ctr"/>
            <a:r>
              <a:rPr lang="en-US" b="1" dirty="0" smtClean="0">
                <a:solidFill>
                  <a:schemeClr val="accent3">
                    <a:lumMod val="75000"/>
                  </a:schemeClr>
                </a:solidFill>
              </a:rPr>
              <a:t>Inheritance</a:t>
            </a:r>
            <a:endParaRPr lang="en-US" b="1" dirty="0">
              <a:solidFill>
                <a:schemeClr val="accent3">
                  <a:lumMod val="75000"/>
                </a:schemeClr>
              </a:solidFill>
            </a:endParaRPr>
          </a:p>
        </p:txBody>
      </p:sp>
      <p:sp>
        <p:nvSpPr>
          <p:cNvPr id="3" name="Content Placeholder 2"/>
          <p:cNvSpPr>
            <a:spLocks noGrp="1"/>
          </p:cNvSpPr>
          <p:nvPr>
            <p:ph idx="1"/>
          </p:nvPr>
        </p:nvSpPr>
        <p:spPr>
          <a:xfrm>
            <a:off x="1343891" y="1879052"/>
            <a:ext cx="7765750" cy="4351337"/>
          </a:xfrm>
        </p:spPr>
        <p:txBody>
          <a:bodyPr/>
          <a:lstStyle/>
          <a:p>
            <a:pPr marL="0" indent="0" algn="ctr">
              <a:buNone/>
            </a:pPr>
            <a:r>
              <a:rPr lang="en-US" dirty="0"/>
              <a:t>Inheritance means one class (child) gets properties and functions from another class (parent). It helps reuse code and build relationships between classes</a:t>
            </a:r>
            <a:r>
              <a:rPr lang="en-US" dirty="0" smtClean="0"/>
              <a:t>.</a:t>
            </a:r>
          </a:p>
          <a:p>
            <a:pPr marL="0" indent="0">
              <a:buNone/>
            </a:pPr>
            <a:r>
              <a:rPr lang="en-US" b="1" dirty="0" smtClean="0"/>
              <a:t>Example:</a:t>
            </a:r>
          </a:p>
          <a:p>
            <a:pPr marL="0" indent="0">
              <a:buNone/>
            </a:pPr>
            <a:endParaRPr lang="en-US" b="1" dirty="0"/>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6</a:t>
            </a:fld>
            <a:endParaRPr lang="en-US" noProof="0" dirty="0"/>
          </a:p>
        </p:txBody>
      </p:sp>
      <p:sp>
        <p:nvSpPr>
          <p:cNvPr id="5" name="Rectangle 4"/>
          <p:cNvSpPr/>
          <p:nvPr/>
        </p:nvSpPr>
        <p:spPr>
          <a:xfrm>
            <a:off x="1343891" y="3563034"/>
            <a:ext cx="6096000" cy="1754326"/>
          </a:xfrm>
          <a:prstGeom prst="rect">
            <a:avLst/>
          </a:prstGeom>
        </p:spPr>
        <p:txBody>
          <a:bodyPr>
            <a:spAutoFit/>
          </a:bodyPr>
          <a:lstStyle/>
          <a:p>
            <a:r>
              <a:rPr lang="en-US" dirty="0"/>
              <a:t>class Vehicle </a:t>
            </a:r>
            <a:r>
              <a:rPr lang="en-US" dirty="0" smtClean="0"/>
              <a:t>{</a:t>
            </a:r>
          </a:p>
          <a:p>
            <a:r>
              <a:rPr lang="en-US" dirty="0" smtClean="0"/>
              <a:t>    </a:t>
            </a:r>
            <a:r>
              <a:rPr lang="en-US" dirty="0"/>
              <a:t>// Base </a:t>
            </a:r>
            <a:r>
              <a:rPr lang="en-US" dirty="0" smtClean="0"/>
              <a:t>class</a:t>
            </a:r>
          </a:p>
          <a:p>
            <a:r>
              <a:rPr lang="en-US" dirty="0" smtClean="0"/>
              <a:t>};</a:t>
            </a:r>
          </a:p>
          <a:p>
            <a:r>
              <a:rPr lang="en-US" dirty="0" smtClean="0"/>
              <a:t>class </a:t>
            </a:r>
            <a:r>
              <a:rPr lang="en-US" dirty="0"/>
              <a:t>Car : public Vehicle </a:t>
            </a:r>
            <a:r>
              <a:rPr lang="en-US" dirty="0" smtClean="0"/>
              <a:t>{</a:t>
            </a:r>
          </a:p>
          <a:p>
            <a:r>
              <a:rPr lang="en-US" dirty="0" smtClean="0"/>
              <a:t>    </a:t>
            </a:r>
            <a:r>
              <a:rPr lang="en-US" dirty="0"/>
              <a:t>// Car inherits from </a:t>
            </a:r>
            <a:r>
              <a:rPr lang="en-US" dirty="0" smtClean="0"/>
              <a:t>Vehicle</a:t>
            </a:r>
          </a:p>
          <a:p>
            <a:r>
              <a:rPr lang="en-US" dirty="0" smtClean="0"/>
              <a:t>};</a:t>
            </a:r>
            <a:endParaRPr lang="en-US" dirty="0"/>
          </a:p>
        </p:txBody>
      </p:sp>
      <p:sp>
        <p:nvSpPr>
          <p:cNvPr id="7" name="TextBox 6"/>
          <p:cNvSpPr txBox="1"/>
          <p:nvPr/>
        </p:nvSpPr>
        <p:spPr>
          <a:xfrm>
            <a:off x="739833" y="5628448"/>
            <a:ext cx="5818909" cy="92333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The Car inherits  from the vehicle class.</a:t>
            </a:r>
          </a:p>
          <a:p>
            <a:pPr marL="285750" indent="-285750">
              <a:buFont typeface="Arial" panose="020B0604020202020204" pitchFamily="34" charset="0"/>
              <a:buChar char="•"/>
            </a:pPr>
            <a:r>
              <a:rPr lang="en-US" dirty="0" smtClean="0"/>
              <a:t>It get access to </a:t>
            </a:r>
            <a:r>
              <a:rPr lang="en-US" dirty="0" smtClean="0">
                <a:solidFill>
                  <a:schemeClr val="accent3">
                    <a:lumMod val="75000"/>
                  </a:schemeClr>
                </a:solidFill>
              </a:rPr>
              <a:t>platenumber</a:t>
            </a:r>
            <a:r>
              <a:rPr lang="en-US" dirty="0" smtClean="0"/>
              <a:t> and must implement </a:t>
            </a:r>
            <a:r>
              <a:rPr lang="en-US" dirty="0" smtClean="0">
                <a:solidFill>
                  <a:schemeClr val="accent3">
                    <a:lumMod val="75000"/>
                  </a:schemeClr>
                </a:solidFill>
              </a:rPr>
              <a:t>calculateFee().</a:t>
            </a:r>
            <a:endParaRPr lang="en-US" dirty="0">
              <a:solidFill>
                <a:schemeClr val="accent3">
                  <a:lumMod val="75000"/>
                </a:schemeClr>
              </a:solidFill>
            </a:endParaRPr>
          </a:p>
        </p:txBody>
      </p:sp>
      <p:pic>
        <p:nvPicPr>
          <p:cNvPr id="6147" name="Picture 3" descr="C++ Inheri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8271" y="2421896"/>
            <a:ext cx="3792970" cy="4129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615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6" descr="Perl | Polymorphism in OOPs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5140" y="3021053"/>
            <a:ext cx="5567700" cy="271631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987552" y="282632"/>
            <a:ext cx="9692640" cy="1325562"/>
          </a:xfrm>
        </p:spPr>
        <p:txBody>
          <a:bodyPr/>
          <a:lstStyle/>
          <a:p>
            <a:pPr algn="ctr"/>
            <a:r>
              <a:rPr lang="en-US" b="1" dirty="0" smtClean="0">
                <a:solidFill>
                  <a:schemeClr val="accent3">
                    <a:lumMod val="75000"/>
                  </a:schemeClr>
                </a:solidFill>
              </a:rPr>
              <a:t>Polymorphism </a:t>
            </a:r>
            <a:endParaRPr lang="en-US" b="1" dirty="0">
              <a:solidFill>
                <a:schemeClr val="accent3">
                  <a:lumMod val="75000"/>
                </a:schemeClr>
              </a:solidFill>
            </a:endParaRPr>
          </a:p>
        </p:txBody>
      </p:sp>
      <p:sp>
        <p:nvSpPr>
          <p:cNvPr id="3" name="Content Placeholder 2"/>
          <p:cNvSpPr>
            <a:spLocks noGrp="1"/>
          </p:cNvSpPr>
          <p:nvPr>
            <p:ph idx="1"/>
          </p:nvPr>
        </p:nvSpPr>
        <p:spPr>
          <a:xfrm>
            <a:off x="987552" y="1820863"/>
            <a:ext cx="8595360" cy="4351337"/>
          </a:xfrm>
        </p:spPr>
        <p:txBody>
          <a:bodyPr/>
          <a:lstStyle/>
          <a:p>
            <a:pPr marL="0" indent="0" algn="ctr">
              <a:buNone/>
            </a:pPr>
            <a:r>
              <a:rPr lang="en-US" dirty="0"/>
              <a:t>Polymorphism means using a single interface to represent different types. It allows different classes to define their own behavior while being treated the same </a:t>
            </a:r>
            <a:r>
              <a:rPr lang="en-US" dirty="0" smtClean="0"/>
              <a:t>way.</a:t>
            </a:r>
          </a:p>
          <a:p>
            <a:pPr marL="0" indent="0">
              <a:buNone/>
            </a:pPr>
            <a:r>
              <a:rPr lang="en-US" b="1" dirty="0" smtClean="0"/>
              <a:t>Example:</a:t>
            </a:r>
          </a:p>
          <a:p>
            <a:pPr marL="0" indent="0">
              <a:buNone/>
            </a:pPr>
            <a:endParaRPr lang="en-US" b="1" dirty="0"/>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7</a:t>
            </a:fld>
            <a:endParaRPr lang="en-US" noProof="0" dirty="0"/>
          </a:p>
        </p:txBody>
      </p:sp>
      <p:sp>
        <p:nvSpPr>
          <p:cNvPr id="5" name="Rectangle 4"/>
          <p:cNvSpPr/>
          <p:nvPr/>
        </p:nvSpPr>
        <p:spPr>
          <a:xfrm>
            <a:off x="896674" y="3455882"/>
            <a:ext cx="6096000" cy="523220"/>
          </a:xfrm>
          <a:prstGeom prst="rect">
            <a:avLst/>
          </a:prstGeom>
        </p:spPr>
        <p:txBody>
          <a:bodyPr>
            <a:spAutoFit/>
          </a:bodyPr>
          <a:lstStyle/>
          <a:p>
            <a:r>
              <a:rPr lang="en-US" sz="1400" dirty="0"/>
              <a:t>Vehicle* v = new Car("ABC-123</a:t>
            </a:r>
            <a:r>
              <a:rPr lang="en-US" sz="1400" dirty="0" smtClean="0"/>
              <a:t>");</a:t>
            </a:r>
          </a:p>
          <a:p>
            <a:r>
              <a:rPr lang="en-US" sz="1400" dirty="0" smtClean="0"/>
              <a:t>int </a:t>
            </a:r>
            <a:r>
              <a:rPr lang="en-US" sz="1400" dirty="0"/>
              <a:t>fee = v-&gt;calculateFee(3);</a:t>
            </a:r>
          </a:p>
        </p:txBody>
      </p:sp>
      <p:sp>
        <p:nvSpPr>
          <p:cNvPr id="7" name="TextBox 6"/>
          <p:cNvSpPr txBox="1"/>
          <p:nvPr/>
        </p:nvSpPr>
        <p:spPr>
          <a:xfrm>
            <a:off x="767196" y="4848761"/>
            <a:ext cx="5350971" cy="1569660"/>
          </a:xfrm>
          <a:prstGeom prst="rect">
            <a:avLst/>
          </a:prstGeom>
          <a:noFill/>
        </p:spPr>
        <p:txBody>
          <a:bodyPr wrap="square" rtlCol="0">
            <a:spAutoFit/>
          </a:bodyPr>
          <a:lstStyle/>
          <a:p>
            <a:pPr marL="285750" indent="-285750">
              <a:buFont typeface="Arial" panose="020B0604020202020204" pitchFamily="34" charset="0"/>
              <a:buChar char="•"/>
            </a:pPr>
            <a:r>
              <a:rPr lang="en-US" sz="1600" b="1" dirty="0" smtClean="0">
                <a:solidFill>
                  <a:schemeClr val="accent3">
                    <a:lumMod val="75000"/>
                  </a:schemeClr>
                </a:solidFill>
              </a:rPr>
              <a:t>V</a:t>
            </a:r>
            <a:r>
              <a:rPr lang="en-US" sz="1600" dirty="0" smtClean="0"/>
              <a:t> is a pointer of type </a:t>
            </a:r>
            <a:r>
              <a:rPr lang="en-US" sz="1600" b="1" dirty="0" smtClean="0">
                <a:solidFill>
                  <a:schemeClr val="accent3">
                    <a:lumMod val="75000"/>
                  </a:schemeClr>
                </a:solidFill>
              </a:rPr>
              <a:t>vehicle </a:t>
            </a:r>
            <a:r>
              <a:rPr lang="en-US" sz="1600" dirty="0" smtClean="0"/>
              <a:t>, but it point to a </a:t>
            </a:r>
            <a:r>
              <a:rPr lang="en-US" sz="1600" b="1" dirty="0" smtClean="0">
                <a:solidFill>
                  <a:schemeClr val="accent3">
                    <a:lumMod val="75000"/>
                  </a:schemeClr>
                </a:solidFill>
              </a:rPr>
              <a:t>car</a:t>
            </a:r>
            <a:r>
              <a:rPr lang="en-US" sz="1600" dirty="0" smtClean="0"/>
              <a:t> object.</a:t>
            </a:r>
          </a:p>
          <a:p>
            <a:pPr marL="285750" indent="-285750">
              <a:buFont typeface="Arial" panose="020B0604020202020204" pitchFamily="34" charset="0"/>
              <a:buChar char="•"/>
            </a:pPr>
            <a:r>
              <a:rPr lang="en-US" sz="1600" dirty="0" smtClean="0"/>
              <a:t>When </a:t>
            </a:r>
            <a:r>
              <a:rPr lang="en-US" sz="1600" b="1" dirty="0" smtClean="0">
                <a:solidFill>
                  <a:schemeClr val="accent3">
                    <a:lumMod val="75000"/>
                  </a:schemeClr>
                </a:solidFill>
              </a:rPr>
              <a:t>CalculateFee() </a:t>
            </a:r>
            <a:r>
              <a:rPr lang="en-US" sz="1600" dirty="0" smtClean="0"/>
              <a:t>is called , it run the version from the car class.</a:t>
            </a:r>
          </a:p>
          <a:p>
            <a:pPr marL="285750" indent="-285750">
              <a:buFont typeface="Arial" panose="020B0604020202020204" pitchFamily="34" charset="0"/>
              <a:buChar char="•"/>
            </a:pPr>
            <a:r>
              <a:rPr lang="en-US" sz="1600" dirty="0" smtClean="0"/>
              <a:t>This is run time polymorphism using virtual function </a:t>
            </a:r>
            <a:endParaRPr lang="en-US" sz="1600" dirty="0"/>
          </a:p>
        </p:txBody>
      </p:sp>
    </p:spTree>
    <p:extLst>
      <p:ext uri="{BB962C8B-B14F-4D97-AF65-F5344CB8AC3E}">
        <p14:creationId xmlns:p14="http://schemas.microsoft.com/office/powerpoint/2010/main" val="28901529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356" y="0"/>
            <a:ext cx="9692640" cy="1325562"/>
          </a:xfrm>
        </p:spPr>
        <p:txBody>
          <a:bodyPr>
            <a:normAutofit/>
          </a:bodyPr>
          <a:lstStyle/>
          <a:p>
            <a:pPr algn="ctr"/>
            <a:r>
              <a:rPr lang="en-US" sz="4000" b="1" dirty="0" smtClean="0">
                <a:solidFill>
                  <a:schemeClr val="accent3">
                    <a:lumMod val="75000"/>
                  </a:schemeClr>
                </a:solidFill>
              </a:rPr>
              <a:t>Pure Virtual Function </a:t>
            </a:r>
            <a:endParaRPr lang="en-US" sz="4000" b="1" dirty="0">
              <a:solidFill>
                <a:schemeClr val="accent3">
                  <a:lumMod val="75000"/>
                </a:schemeClr>
              </a:solidFill>
            </a:endParaRPr>
          </a:p>
        </p:txBody>
      </p:sp>
      <p:sp>
        <p:nvSpPr>
          <p:cNvPr id="3" name="Content Placeholder 2"/>
          <p:cNvSpPr>
            <a:spLocks noGrp="1"/>
          </p:cNvSpPr>
          <p:nvPr>
            <p:ph idx="1"/>
          </p:nvPr>
        </p:nvSpPr>
        <p:spPr>
          <a:xfrm>
            <a:off x="481306" y="1820863"/>
            <a:ext cx="8804009" cy="4351337"/>
          </a:xfrm>
        </p:spPr>
        <p:txBody>
          <a:bodyPr/>
          <a:lstStyle/>
          <a:p>
            <a:r>
              <a:rPr lang="en-US" sz="1600" dirty="0"/>
              <a:t>A </a:t>
            </a:r>
            <a:r>
              <a:rPr lang="en-US" sz="1600" b="1" dirty="0"/>
              <a:t>pure virtual function</a:t>
            </a:r>
            <a:r>
              <a:rPr lang="en-US" sz="1600" dirty="0"/>
              <a:t> is a function declared in a </a:t>
            </a:r>
            <a:r>
              <a:rPr lang="en-US" sz="1600" b="1" dirty="0"/>
              <a:t>base class</a:t>
            </a:r>
            <a:r>
              <a:rPr lang="en-US" sz="1600" dirty="0"/>
              <a:t> that has </a:t>
            </a:r>
            <a:r>
              <a:rPr lang="en-US" sz="1600" b="1" dirty="0"/>
              <a:t>no body</a:t>
            </a:r>
            <a:r>
              <a:rPr lang="en-US" sz="1600" dirty="0"/>
              <a:t> — it must be </a:t>
            </a:r>
            <a:r>
              <a:rPr lang="en-US" sz="1600" b="1" dirty="0"/>
              <a:t>overridden</a:t>
            </a:r>
            <a:r>
              <a:rPr lang="en-US" sz="1600" dirty="0"/>
              <a:t> by any </a:t>
            </a:r>
            <a:r>
              <a:rPr lang="en-US" sz="1600" b="1" dirty="0"/>
              <a:t>derived class</a:t>
            </a:r>
            <a:r>
              <a:rPr lang="en-US" sz="1600" dirty="0"/>
              <a:t>.</a:t>
            </a:r>
            <a:br>
              <a:rPr lang="en-US" sz="1600" dirty="0"/>
            </a:br>
            <a:r>
              <a:rPr lang="en-US" sz="1600" dirty="0"/>
              <a:t>It makes the base class </a:t>
            </a:r>
            <a:r>
              <a:rPr lang="en-US" sz="1600" b="1" dirty="0"/>
              <a:t>abstract</a:t>
            </a:r>
            <a:r>
              <a:rPr lang="en-US" sz="1600" dirty="0"/>
              <a:t>, meaning you </a:t>
            </a:r>
            <a:r>
              <a:rPr lang="en-US" sz="1600" b="1" dirty="0"/>
              <a:t>cannot create objects</a:t>
            </a:r>
            <a:r>
              <a:rPr lang="en-US" sz="1600" dirty="0"/>
              <a:t> of that class directly</a:t>
            </a:r>
            <a:r>
              <a:rPr lang="en-US" dirty="0" smtClean="0"/>
              <a:t>.</a:t>
            </a:r>
          </a:p>
          <a:p>
            <a:pPr marL="0" indent="0">
              <a:buNone/>
            </a:pPr>
            <a:r>
              <a:rPr lang="en-US" b="1" dirty="0" smtClean="0"/>
              <a:t>Example:</a:t>
            </a:r>
          </a:p>
          <a:p>
            <a:pPr marL="0" indent="0">
              <a:buNone/>
            </a:pPr>
            <a:endParaRPr lang="en-US" b="1" dirty="0"/>
          </a:p>
          <a:p>
            <a:endParaRPr lang="en-US" dirty="0"/>
          </a:p>
          <a:p>
            <a:endParaRPr lang="en-US" dirty="0"/>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8</a:t>
            </a:fld>
            <a:endParaRPr lang="en-US" noProof="0" dirty="0"/>
          </a:p>
        </p:txBody>
      </p:sp>
      <p:sp>
        <p:nvSpPr>
          <p:cNvPr id="5" name="Rectangle 4"/>
          <p:cNvSpPr/>
          <p:nvPr/>
        </p:nvSpPr>
        <p:spPr>
          <a:xfrm>
            <a:off x="481307" y="3680271"/>
            <a:ext cx="7034230" cy="1077218"/>
          </a:xfrm>
          <a:prstGeom prst="rect">
            <a:avLst/>
          </a:prstGeom>
        </p:spPr>
        <p:txBody>
          <a:bodyPr wrap="square">
            <a:spAutoFit/>
          </a:bodyPr>
          <a:lstStyle/>
          <a:p>
            <a:r>
              <a:rPr lang="en-US" sz="1600" dirty="0"/>
              <a:t>class Vehicle </a:t>
            </a:r>
            <a:r>
              <a:rPr lang="en-US" sz="1600" dirty="0" smtClean="0"/>
              <a:t>{</a:t>
            </a:r>
          </a:p>
          <a:p>
            <a:r>
              <a:rPr lang="en-US" sz="1600" dirty="0" smtClean="0"/>
              <a:t>public</a:t>
            </a:r>
            <a:r>
              <a:rPr lang="en-US" sz="1600" dirty="0"/>
              <a:t>: </a:t>
            </a:r>
            <a:endParaRPr lang="en-US" sz="1600" dirty="0" smtClean="0"/>
          </a:p>
          <a:p>
            <a:r>
              <a:rPr lang="en-US" sz="1600" dirty="0" smtClean="0"/>
              <a:t>   </a:t>
            </a:r>
            <a:r>
              <a:rPr lang="en-US" sz="1600" dirty="0"/>
              <a:t>virtual int calculateFee(int hours) = 0; // pure virtual </a:t>
            </a:r>
            <a:r>
              <a:rPr lang="en-US" sz="1600" dirty="0" smtClean="0"/>
              <a:t>function</a:t>
            </a:r>
          </a:p>
          <a:p>
            <a:r>
              <a:rPr lang="en-US" sz="1600" dirty="0" smtClean="0"/>
              <a:t>};</a:t>
            </a:r>
            <a:endParaRPr lang="en-US" sz="1600" dirty="0"/>
          </a:p>
        </p:txBody>
      </p:sp>
      <p:pic>
        <p:nvPicPr>
          <p:cNvPr id="13314" name="Picture 2" descr="12.5. Pure Virtual Functions and Abstract Class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7495" y="3009204"/>
            <a:ext cx="3527349" cy="2635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056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413" y="-313302"/>
            <a:ext cx="9692640" cy="1325562"/>
          </a:xfrm>
        </p:spPr>
        <p:txBody>
          <a:bodyPr/>
          <a:lstStyle/>
          <a:p>
            <a:pPr algn="ctr"/>
            <a:r>
              <a:rPr lang="en-US" b="1" dirty="0" smtClean="0">
                <a:solidFill>
                  <a:schemeClr val="accent3">
                    <a:lumMod val="75000"/>
                  </a:schemeClr>
                </a:solidFill>
              </a:rPr>
              <a:t>Encapsulation</a:t>
            </a:r>
            <a:endParaRPr lang="en-US" b="1" dirty="0">
              <a:solidFill>
                <a:schemeClr val="accent3">
                  <a:lumMod val="75000"/>
                </a:schemeClr>
              </a:solidFill>
            </a:endParaRPr>
          </a:p>
        </p:txBody>
      </p:sp>
      <p:sp>
        <p:nvSpPr>
          <p:cNvPr id="3" name="Content Placeholder 2"/>
          <p:cNvSpPr>
            <a:spLocks noGrp="1"/>
          </p:cNvSpPr>
          <p:nvPr>
            <p:ph idx="1"/>
          </p:nvPr>
        </p:nvSpPr>
        <p:spPr>
          <a:xfrm>
            <a:off x="1061258" y="1267373"/>
            <a:ext cx="7084107" cy="4351337"/>
          </a:xfrm>
        </p:spPr>
        <p:txBody>
          <a:bodyPr>
            <a:normAutofit/>
          </a:bodyPr>
          <a:lstStyle/>
          <a:p>
            <a:pPr marL="0" indent="0">
              <a:buNone/>
            </a:pPr>
            <a:r>
              <a:rPr lang="en-US" sz="1400" dirty="0"/>
              <a:t>Encapsulation means </a:t>
            </a:r>
            <a:r>
              <a:rPr lang="en-US" sz="1400" b="1" dirty="0"/>
              <a:t>hiding the internal details of a class</a:t>
            </a:r>
            <a:r>
              <a:rPr lang="en-US" sz="1400" dirty="0"/>
              <a:t> and only exposing what is necessary through public methods.</a:t>
            </a:r>
          </a:p>
          <a:p>
            <a:r>
              <a:rPr lang="en-US" sz="1400" dirty="0"/>
              <a:t>Data (attributes) are usually kept </a:t>
            </a:r>
            <a:r>
              <a:rPr lang="en-US" sz="1400" b="1" dirty="0"/>
              <a:t>private or protected</a:t>
            </a:r>
            <a:r>
              <a:rPr lang="en-US" sz="1400" dirty="0"/>
              <a:t>.</a:t>
            </a:r>
          </a:p>
          <a:p>
            <a:r>
              <a:rPr lang="en-US" sz="1400" dirty="0"/>
              <a:t>Access to that data is controlled using </a:t>
            </a:r>
            <a:r>
              <a:rPr lang="en-US" sz="1400" b="1" dirty="0"/>
              <a:t>getters, setters, or functions</a:t>
            </a:r>
            <a:r>
              <a:rPr lang="en-US" sz="1400" dirty="0"/>
              <a:t>.</a:t>
            </a:r>
          </a:p>
          <a:p>
            <a:r>
              <a:rPr lang="en-US" sz="1400" dirty="0"/>
              <a:t>This ensures </a:t>
            </a:r>
            <a:r>
              <a:rPr lang="en-US" sz="1400" b="1" dirty="0"/>
              <a:t>security, clarity, and controlled access</a:t>
            </a:r>
            <a:r>
              <a:rPr lang="en-US" sz="1400" dirty="0"/>
              <a:t> to the class’s data</a:t>
            </a:r>
            <a:r>
              <a:rPr lang="en-US" sz="1400" dirty="0" smtClean="0"/>
              <a:t>.</a:t>
            </a:r>
          </a:p>
          <a:p>
            <a:pPr marL="0" indent="0">
              <a:buNone/>
            </a:pPr>
            <a:r>
              <a:rPr lang="en-US" sz="1400" b="1" dirty="0" smtClean="0"/>
              <a:t>Example :</a:t>
            </a:r>
            <a:endParaRPr lang="en-US" sz="1400" b="1" dirty="0"/>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9</a:t>
            </a:fld>
            <a:endParaRPr lang="en-US" noProof="0" dirty="0"/>
          </a:p>
        </p:txBody>
      </p:sp>
      <p:sp>
        <p:nvSpPr>
          <p:cNvPr id="5" name="Rectangle 4"/>
          <p:cNvSpPr/>
          <p:nvPr/>
        </p:nvSpPr>
        <p:spPr>
          <a:xfrm>
            <a:off x="1061258" y="3597520"/>
            <a:ext cx="6096000" cy="3108543"/>
          </a:xfrm>
          <a:prstGeom prst="rect">
            <a:avLst/>
          </a:prstGeom>
        </p:spPr>
        <p:txBody>
          <a:bodyPr>
            <a:spAutoFit/>
          </a:bodyPr>
          <a:lstStyle/>
          <a:p>
            <a:r>
              <a:rPr lang="en-US" sz="1400" dirty="0"/>
              <a:t>class </a:t>
            </a:r>
            <a:r>
              <a:rPr lang="en-US" sz="1400" dirty="0" err="1"/>
              <a:t>ParkingLot</a:t>
            </a:r>
            <a:r>
              <a:rPr lang="en-US" sz="1400" dirty="0"/>
              <a:t> </a:t>
            </a:r>
            <a:r>
              <a:rPr lang="en-US" sz="1400" dirty="0" smtClean="0"/>
              <a:t>{</a:t>
            </a:r>
          </a:p>
          <a:p>
            <a:r>
              <a:rPr lang="en-US" sz="1400" dirty="0" smtClean="0"/>
              <a:t>private</a:t>
            </a:r>
            <a:r>
              <a:rPr lang="en-US" sz="1400" dirty="0"/>
              <a:t>: </a:t>
            </a:r>
            <a:endParaRPr lang="en-US" sz="1400" dirty="0" smtClean="0"/>
          </a:p>
          <a:p>
            <a:r>
              <a:rPr lang="en-US" sz="1400" dirty="0" smtClean="0"/>
              <a:t>   </a:t>
            </a:r>
            <a:r>
              <a:rPr lang="en-US" sz="1400" dirty="0"/>
              <a:t>int capacity;  </a:t>
            </a:r>
            <a:endParaRPr lang="en-US" sz="1400" dirty="0" smtClean="0"/>
          </a:p>
          <a:p>
            <a:r>
              <a:rPr lang="en-US" sz="1400" dirty="0" smtClean="0"/>
              <a:t>  </a:t>
            </a:r>
            <a:r>
              <a:rPr lang="en-US" sz="1400" dirty="0"/>
              <a:t>int count; </a:t>
            </a:r>
            <a:endParaRPr lang="en-US" sz="1400" dirty="0" smtClean="0"/>
          </a:p>
          <a:p>
            <a:r>
              <a:rPr lang="en-US" sz="1400" dirty="0" smtClean="0"/>
              <a:t>   </a:t>
            </a:r>
            <a:r>
              <a:rPr lang="en-US" sz="1400" dirty="0"/>
              <a:t>Vehicle* slots[10</a:t>
            </a:r>
            <a:r>
              <a:rPr lang="en-US" sz="1400" dirty="0" smtClean="0"/>
              <a:t>];</a:t>
            </a:r>
            <a:r>
              <a:rPr lang="en-US" sz="1400" dirty="0"/>
              <a:t> // hidden </a:t>
            </a:r>
            <a:r>
              <a:rPr lang="en-US" sz="1400" dirty="0" smtClean="0"/>
              <a:t>details</a:t>
            </a:r>
          </a:p>
          <a:p>
            <a:endParaRPr lang="en-US" sz="1400" dirty="0" smtClean="0"/>
          </a:p>
          <a:p>
            <a:r>
              <a:rPr lang="en-US" sz="1400" dirty="0" smtClean="0"/>
              <a:t>public</a:t>
            </a:r>
            <a:r>
              <a:rPr lang="en-US" sz="1400" dirty="0"/>
              <a:t>: </a:t>
            </a:r>
            <a:endParaRPr lang="en-US" sz="1400" dirty="0" smtClean="0"/>
          </a:p>
          <a:p>
            <a:endParaRPr lang="en-US" sz="1400" dirty="0" smtClean="0"/>
          </a:p>
          <a:p>
            <a:r>
              <a:rPr lang="en-US" sz="1400" dirty="0" smtClean="0"/>
              <a:t>   </a:t>
            </a:r>
            <a:r>
              <a:rPr lang="en-US" sz="1400" dirty="0"/>
              <a:t>void displayStatus() {   </a:t>
            </a:r>
            <a:endParaRPr lang="en-US" sz="1400" dirty="0" smtClean="0"/>
          </a:p>
          <a:p>
            <a:r>
              <a:rPr lang="en-US" sz="1400" dirty="0" smtClean="0"/>
              <a:t>    </a:t>
            </a:r>
            <a:r>
              <a:rPr lang="en-US" sz="1400" dirty="0" err="1" smtClean="0"/>
              <a:t>cout</a:t>
            </a:r>
            <a:r>
              <a:rPr lang="en-US" sz="1400" dirty="0" smtClean="0"/>
              <a:t> </a:t>
            </a:r>
            <a:r>
              <a:rPr lang="en-US" sz="1400" dirty="0"/>
              <a:t>&lt;&lt; "Capacity: " &lt;&lt; capacity </a:t>
            </a:r>
            <a:endParaRPr lang="en-US" sz="1400" dirty="0" smtClean="0"/>
          </a:p>
          <a:p>
            <a:r>
              <a:rPr lang="en-US" sz="1400" dirty="0" smtClean="0"/>
              <a:t>    </a:t>
            </a:r>
            <a:r>
              <a:rPr lang="en-US" sz="1400" dirty="0" err="1" smtClean="0"/>
              <a:t>cout</a:t>
            </a:r>
            <a:r>
              <a:rPr lang="en-US" sz="1400" dirty="0" smtClean="0"/>
              <a:t> </a:t>
            </a:r>
            <a:r>
              <a:rPr lang="en-US" sz="1400" dirty="0"/>
              <a:t>&lt;&lt; " | Occupied: " &lt;&lt; count </a:t>
            </a:r>
            <a:endParaRPr lang="en-US" sz="1400" dirty="0" smtClean="0"/>
          </a:p>
          <a:p>
            <a:r>
              <a:rPr lang="en-US" sz="1400" dirty="0" smtClean="0"/>
              <a:t>    </a:t>
            </a:r>
            <a:r>
              <a:rPr lang="en-US" sz="1400" dirty="0" err="1" smtClean="0"/>
              <a:t>cout</a:t>
            </a:r>
            <a:r>
              <a:rPr lang="en-US" sz="1400" dirty="0" smtClean="0"/>
              <a:t>  </a:t>
            </a:r>
            <a:r>
              <a:rPr lang="en-US" sz="1400" dirty="0"/>
              <a:t>&lt;&lt; " | Free Slots: " &lt;&lt; (capacity - count) &lt;&lt; </a:t>
            </a:r>
            <a:r>
              <a:rPr lang="en-US" sz="1400" dirty="0" err="1"/>
              <a:t>endl</a:t>
            </a:r>
            <a:r>
              <a:rPr lang="en-US" sz="1400" dirty="0"/>
              <a:t>; </a:t>
            </a:r>
            <a:endParaRPr lang="en-US" sz="1400" dirty="0" smtClean="0"/>
          </a:p>
          <a:p>
            <a:r>
              <a:rPr lang="en-US" sz="1400" dirty="0" smtClean="0"/>
              <a:t>   } </a:t>
            </a:r>
          </a:p>
          <a:p>
            <a:r>
              <a:rPr lang="en-US" sz="1400" dirty="0" smtClean="0"/>
              <a:t>};</a:t>
            </a:r>
            <a:endParaRPr lang="en-US" sz="1400" dirty="0"/>
          </a:p>
        </p:txBody>
      </p:sp>
      <p:pic>
        <p:nvPicPr>
          <p:cNvPr id="8194" name="Picture 2" descr="Encapsulation in OOPs by Logicmoj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8768" y="3697272"/>
            <a:ext cx="5924550" cy="22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5093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7"/>
          </p:nvPr>
        </p:nvSpPr>
        <p:spPr/>
        <p:txBody>
          <a:bodyPr>
            <a:normAutofit fontScale="70000" lnSpcReduction="20000"/>
          </a:bodyPr>
          <a:lstStyle/>
          <a:p>
            <a:r>
              <a:rPr lang="en-US" b="1" dirty="0" smtClean="0"/>
              <a:t>Access specifier</a:t>
            </a:r>
            <a:endParaRPr lang="en-US" b="1" dirty="0"/>
          </a:p>
        </p:txBody>
      </p:sp>
      <p:sp>
        <p:nvSpPr>
          <p:cNvPr id="8" name="Text Placeholder 7"/>
          <p:cNvSpPr>
            <a:spLocks noGrp="1"/>
          </p:cNvSpPr>
          <p:nvPr>
            <p:ph type="body" sz="quarter" idx="18"/>
          </p:nvPr>
        </p:nvSpPr>
        <p:spPr/>
        <p:txBody>
          <a:bodyPr>
            <a:normAutofit/>
          </a:bodyPr>
          <a:lstStyle/>
          <a:p>
            <a:r>
              <a:rPr lang="en-US" dirty="0" smtClean="0"/>
              <a:t>Protected,</a:t>
            </a:r>
            <a:r>
              <a:rPr lang="en-US" dirty="0"/>
              <a:t> </a:t>
            </a:r>
            <a:r>
              <a:rPr lang="en-US" dirty="0" smtClean="0"/>
              <a:t>private, Public</a:t>
            </a:r>
            <a:endParaRPr lang="en-US" dirty="0"/>
          </a:p>
          <a:p>
            <a:endParaRPr lang="en-US" dirty="0" smtClean="0"/>
          </a:p>
          <a:p>
            <a:endParaRPr lang="en-US" dirty="0"/>
          </a:p>
        </p:txBody>
      </p:sp>
      <p:sp>
        <p:nvSpPr>
          <p:cNvPr id="9" name="Text Placeholder 8"/>
          <p:cNvSpPr>
            <a:spLocks noGrp="1"/>
          </p:cNvSpPr>
          <p:nvPr>
            <p:ph type="body" sz="quarter" idx="33"/>
          </p:nvPr>
        </p:nvSpPr>
        <p:spPr/>
        <p:txBody>
          <a:bodyPr>
            <a:normAutofit/>
          </a:bodyPr>
          <a:lstStyle/>
          <a:p>
            <a:r>
              <a:rPr lang="en-US" sz="1400" b="1" dirty="0" smtClean="0"/>
              <a:t>Virtual</a:t>
            </a:r>
            <a:endParaRPr lang="en-US" sz="1400" b="1" dirty="0"/>
          </a:p>
        </p:txBody>
      </p:sp>
      <p:sp>
        <p:nvSpPr>
          <p:cNvPr id="10" name="Text Placeholder 9"/>
          <p:cNvSpPr>
            <a:spLocks noGrp="1"/>
          </p:cNvSpPr>
          <p:nvPr>
            <p:ph type="body" sz="quarter" idx="34"/>
          </p:nvPr>
        </p:nvSpPr>
        <p:spPr>
          <a:xfrm>
            <a:off x="2984796" y="4375822"/>
            <a:ext cx="1903087" cy="1085606"/>
          </a:xfrm>
        </p:spPr>
        <p:txBody>
          <a:bodyPr>
            <a:normAutofit/>
          </a:bodyPr>
          <a:lstStyle/>
          <a:p>
            <a:r>
              <a:rPr lang="en-US" dirty="0" smtClean="0"/>
              <a:t>Used to declare function that can be overridden in derived classes</a:t>
            </a:r>
            <a:endParaRPr lang="en-US" dirty="0"/>
          </a:p>
        </p:txBody>
      </p:sp>
      <p:sp>
        <p:nvSpPr>
          <p:cNvPr id="11" name="Text Placeholder 10"/>
          <p:cNvSpPr>
            <a:spLocks noGrp="1"/>
          </p:cNvSpPr>
          <p:nvPr>
            <p:ph type="body" sz="quarter" idx="35"/>
          </p:nvPr>
        </p:nvSpPr>
        <p:spPr/>
        <p:txBody>
          <a:bodyPr>
            <a:normAutofit/>
          </a:bodyPr>
          <a:lstStyle/>
          <a:p>
            <a:r>
              <a:rPr lang="en-US" sz="1600" b="1" dirty="0" smtClean="0"/>
              <a:t>Override</a:t>
            </a:r>
            <a:endParaRPr lang="en-US" sz="1600" b="1" dirty="0"/>
          </a:p>
        </p:txBody>
      </p:sp>
      <p:sp>
        <p:nvSpPr>
          <p:cNvPr id="12" name="Text Placeholder 11"/>
          <p:cNvSpPr>
            <a:spLocks noGrp="1"/>
          </p:cNvSpPr>
          <p:nvPr>
            <p:ph type="body" sz="quarter" idx="36"/>
          </p:nvPr>
        </p:nvSpPr>
        <p:spPr>
          <a:xfrm>
            <a:off x="5256972" y="4450670"/>
            <a:ext cx="1620000" cy="1149728"/>
          </a:xfrm>
        </p:spPr>
        <p:txBody>
          <a:bodyPr>
            <a:normAutofit/>
          </a:bodyPr>
          <a:lstStyle/>
          <a:p>
            <a:r>
              <a:rPr lang="en-US" dirty="0" smtClean="0"/>
              <a:t>Ensure that derived class is correctly overriding a virtual function </a:t>
            </a:r>
            <a:endParaRPr lang="en-US" dirty="0"/>
          </a:p>
        </p:txBody>
      </p:sp>
      <p:sp>
        <p:nvSpPr>
          <p:cNvPr id="13" name="Text Placeholder 12"/>
          <p:cNvSpPr>
            <a:spLocks noGrp="1"/>
          </p:cNvSpPr>
          <p:nvPr>
            <p:ph type="body" sz="quarter" idx="37"/>
          </p:nvPr>
        </p:nvSpPr>
        <p:spPr/>
        <p:txBody>
          <a:bodyPr>
            <a:normAutofit/>
          </a:bodyPr>
          <a:lstStyle/>
          <a:p>
            <a:r>
              <a:rPr lang="en-US" sz="1600" b="1" dirty="0" smtClean="0"/>
              <a:t>new</a:t>
            </a:r>
            <a:endParaRPr lang="en-US" sz="1600" b="1" dirty="0"/>
          </a:p>
        </p:txBody>
      </p:sp>
      <p:sp>
        <p:nvSpPr>
          <p:cNvPr id="14" name="Text Placeholder 13"/>
          <p:cNvSpPr>
            <a:spLocks noGrp="1"/>
          </p:cNvSpPr>
          <p:nvPr>
            <p:ph type="body" sz="quarter" idx="38"/>
          </p:nvPr>
        </p:nvSpPr>
        <p:spPr>
          <a:xfrm>
            <a:off x="7387830" y="4450670"/>
            <a:ext cx="1822671" cy="919352"/>
          </a:xfrm>
        </p:spPr>
        <p:txBody>
          <a:bodyPr>
            <a:normAutofit/>
          </a:bodyPr>
          <a:lstStyle/>
          <a:p>
            <a:r>
              <a:rPr lang="en-US" dirty="0" smtClean="0"/>
              <a:t>Used to dynamically create object at runtime</a:t>
            </a:r>
            <a:endParaRPr lang="en-US" dirty="0"/>
          </a:p>
        </p:txBody>
      </p:sp>
      <p:sp>
        <p:nvSpPr>
          <p:cNvPr id="15" name="Text Placeholder 14"/>
          <p:cNvSpPr>
            <a:spLocks noGrp="1"/>
          </p:cNvSpPr>
          <p:nvPr>
            <p:ph type="body" sz="quarter" idx="39"/>
          </p:nvPr>
        </p:nvSpPr>
        <p:spPr/>
        <p:txBody>
          <a:bodyPr>
            <a:normAutofit/>
          </a:bodyPr>
          <a:lstStyle/>
          <a:p>
            <a:r>
              <a:rPr lang="en-US" sz="1600" b="1" dirty="0" smtClean="0"/>
              <a:t>Delete</a:t>
            </a:r>
            <a:endParaRPr lang="en-US" sz="1600" b="1" dirty="0"/>
          </a:p>
        </p:txBody>
      </p:sp>
      <p:sp>
        <p:nvSpPr>
          <p:cNvPr id="16" name="Text Placeholder 15"/>
          <p:cNvSpPr>
            <a:spLocks noGrp="1"/>
          </p:cNvSpPr>
          <p:nvPr>
            <p:ph type="body" sz="quarter" idx="40"/>
          </p:nvPr>
        </p:nvSpPr>
        <p:spPr/>
        <p:txBody>
          <a:bodyPr>
            <a:normAutofit fontScale="92500"/>
          </a:bodyPr>
          <a:lstStyle/>
          <a:p>
            <a:r>
              <a:rPr lang="en-US" dirty="0" smtClean="0"/>
              <a:t>Used to free memory allocated with </a:t>
            </a:r>
            <a:r>
              <a:rPr lang="en-US" b="1" dirty="0" smtClean="0">
                <a:solidFill>
                  <a:schemeClr val="accent3">
                    <a:lumMod val="75000"/>
                  </a:schemeClr>
                </a:solidFill>
              </a:rPr>
              <a:t>new</a:t>
            </a:r>
            <a:endParaRPr lang="en-US" b="1" dirty="0">
              <a:solidFill>
                <a:schemeClr val="accent3">
                  <a:lumMod val="75000"/>
                </a:schemeClr>
              </a:solidFill>
            </a:endParaRPr>
          </a:p>
        </p:txBody>
      </p:sp>
      <p:sp>
        <p:nvSpPr>
          <p:cNvPr id="4" name="Slide Number Placeholder 3"/>
          <p:cNvSpPr>
            <a:spLocks noGrp="1"/>
          </p:cNvSpPr>
          <p:nvPr>
            <p:ph type="sldNum" sz="quarter" idx="52"/>
          </p:nvPr>
        </p:nvSpPr>
        <p:spPr/>
        <p:txBody>
          <a:bodyPr>
            <a:normAutofit lnSpcReduction="10000"/>
          </a:bodyPr>
          <a:lstStyle/>
          <a:p>
            <a:pPr algn="ctr"/>
            <a:fld id="{B67B645E-C5E5-4727-B977-D372A0AA71D9}" type="slidenum">
              <a:rPr lang="en-US" noProof="0" smtClean="0"/>
              <a:pPr algn="ctr"/>
              <a:t>10</a:t>
            </a:fld>
            <a:endParaRPr lang="en-US" noProof="0" dirty="0"/>
          </a:p>
        </p:txBody>
      </p:sp>
      <p:sp>
        <p:nvSpPr>
          <p:cNvPr id="5" name="Title 4"/>
          <p:cNvSpPr>
            <a:spLocks noGrp="1"/>
          </p:cNvSpPr>
          <p:nvPr>
            <p:ph type="title"/>
          </p:nvPr>
        </p:nvSpPr>
        <p:spPr/>
        <p:txBody>
          <a:bodyPr/>
          <a:lstStyle/>
          <a:p>
            <a:r>
              <a:rPr lang="en-US" dirty="0" smtClean="0"/>
              <a:t>Special Keywords</a:t>
            </a:r>
            <a:endParaRPr lang="en-US" dirty="0"/>
          </a:p>
        </p:txBody>
      </p:sp>
      <p:pic>
        <p:nvPicPr>
          <p:cNvPr id="22" name="Picture Placeholder 40" descr="Downward trend">
            <a:extLst>
              <a:ext uri="{FF2B5EF4-FFF2-40B4-BE49-F238E27FC236}">
                <a16:creationId xmlns:a16="http://schemas.microsoft.com/office/drawing/2014/main" xmlns="" id="{B811075A-E743-458A-83DD-C9C3924D79D2}"/>
              </a:ext>
            </a:extLst>
          </p:cNvPr>
          <p:cNvPicPr>
            <a:picLocks noGrp="1" noChangeAspect="1"/>
          </p:cNvPicPr>
          <p:nvPr>
            <p:ph type="pic" sz="quarter" idx="41"/>
          </p:nvPr>
        </p:nvPicPr>
        <p:blipFill>
          <a:blip r:embed="rId2">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a:stretch>
        </p:blipFill>
        <p:spPr/>
      </p:pic>
      <p:pic>
        <p:nvPicPr>
          <p:cNvPr id="24" name="Picture Placeholder 42" descr="Coins">
            <a:extLst>
              <a:ext uri="{FF2B5EF4-FFF2-40B4-BE49-F238E27FC236}">
                <a16:creationId xmlns:a16="http://schemas.microsoft.com/office/drawing/2014/main" xmlns="" id="{869A15CA-3DF8-417D-B9D8-F994D15851BB}"/>
              </a:ext>
            </a:extLst>
          </p:cNvPr>
          <p:cNvPicPr>
            <a:picLocks noGrp="1" noChangeAspect="1"/>
          </p:cNvPicPr>
          <p:nvPr>
            <p:ph type="pic" sz="quarter" idx="47"/>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l="128" r="128"/>
          <a:stretch>
            <a:fillRect/>
          </a:stretch>
        </p:blipFill>
        <p:spPr/>
      </p:pic>
      <p:pic>
        <p:nvPicPr>
          <p:cNvPr id="25" name="Picture Placeholder 46" descr="Tag">
            <a:extLst>
              <a:ext uri="{FF2B5EF4-FFF2-40B4-BE49-F238E27FC236}">
                <a16:creationId xmlns:a16="http://schemas.microsoft.com/office/drawing/2014/main" xmlns="" id="{3B1C03DA-0209-4A1A-96AE-B3FF2B5F7533}"/>
              </a:ext>
            </a:extLst>
          </p:cNvPr>
          <p:cNvPicPr>
            <a:picLocks noGrp="1" noChangeAspect="1"/>
          </p:cNvPicPr>
          <p:nvPr>
            <p:ph type="pic" sz="quarter" idx="48"/>
          </p:nvPr>
        </p:nvPicPr>
        <p:blipFill>
          <a:blip r:embed="rId7">
            <a:extLst>
              <a:ext uri="{28A0092B-C50C-407E-A947-70E740481C1C}">
                <a14:useLocalDpi xmlns:a14="http://schemas.microsoft.com/office/drawing/2010/main"/>
              </a:ext>
              <a:ext uri="{96DAC541-7B7A-43D3-8B79-37D633B846F1}">
                <asvg:svgBlip xmlns:asvg="http://schemas.microsoft.com/office/drawing/2016/SVG/main" xmlns="" r:embed="rId10"/>
              </a:ext>
            </a:extLst>
          </a:blip>
          <a:srcRect/>
          <a:stretch>
            <a:fillRect/>
          </a:stretch>
        </p:blipFill>
        <p:spPr/>
      </p:pic>
      <p:pic>
        <p:nvPicPr>
          <p:cNvPr id="26" name="Picture Placeholder 48" descr="Bar chart">
            <a:extLst>
              <a:ext uri="{FF2B5EF4-FFF2-40B4-BE49-F238E27FC236}">
                <a16:creationId xmlns:a16="http://schemas.microsoft.com/office/drawing/2014/main" xmlns="" id="{B216FC82-4CDA-4982-85CF-C693A432A28E}"/>
              </a:ext>
            </a:extLst>
          </p:cNvPr>
          <p:cNvPicPr>
            <a:picLocks noGrp="1" noChangeAspect="1"/>
          </p:cNvPicPr>
          <p:nvPr>
            <p:ph type="pic" sz="quarter" idx="49"/>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xmlns="" r:embed="rId12"/>
              </a:ext>
            </a:extLst>
          </a:blip>
          <a:srcRect/>
          <a:stretch>
            <a:fillRect/>
          </a:stretch>
        </p:blipFill>
        <p:spPr/>
      </p:pic>
      <p:pic>
        <p:nvPicPr>
          <p:cNvPr id="27" name="Picture Placeholder 44" descr="Handshake">
            <a:extLst>
              <a:ext uri="{FF2B5EF4-FFF2-40B4-BE49-F238E27FC236}">
                <a16:creationId xmlns:a16="http://schemas.microsoft.com/office/drawing/2014/main" xmlns="" id="{D18F8380-4F68-4979-BEC0-C897519AD437}"/>
              </a:ext>
            </a:extLst>
          </p:cNvPr>
          <p:cNvPicPr>
            <a:picLocks noGrp="1" noChangeAspect="1"/>
          </p:cNvPicPr>
          <p:nvPr>
            <p:ph type="pic" sz="quarter" idx="50"/>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xmlns="" r:embed="rId8"/>
              </a:ext>
            </a:extLst>
          </a:blip>
          <a:srcRect/>
          <a:stretch>
            <a:fillRect/>
          </a:stretch>
        </p:blipFill>
        <p:spPr/>
      </p:pic>
    </p:spTree>
    <p:extLst>
      <p:ext uri="{BB962C8B-B14F-4D97-AF65-F5344CB8AC3E}">
        <p14:creationId xmlns:p14="http://schemas.microsoft.com/office/powerpoint/2010/main" val="11533529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a:xfrm>
            <a:off x="936767" y="-71341"/>
            <a:ext cx="9692640" cy="1325562"/>
          </a:xfrm>
        </p:spPr>
        <p:txBody>
          <a:bodyPr/>
          <a:lstStyle/>
          <a:p>
            <a:pPr algn="ctr"/>
            <a:r>
              <a:rPr lang="en-US" b="1" dirty="0" smtClean="0">
                <a:solidFill>
                  <a:schemeClr val="accent3">
                    <a:lumMod val="75000"/>
                  </a:schemeClr>
                </a:solidFill>
              </a:rPr>
              <a:t>What is pointer?</a:t>
            </a:r>
            <a:endParaRPr lang="en-US" b="1" dirty="0">
              <a:solidFill>
                <a:schemeClr val="accent3">
                  <a:lumMod val="75000"/>
                </a:schemeClr>
              </a:solidFill>
            </a:endParaRPr>
          </a:p>
        </p:txBody>
      </p:sp>
      <p:sp>
        <p:nvSpPr>
          <p:cNvPr id="21" name="Content Placeholder 20"/>
          <p:cNvSpPr>
            <a:spLocks noGrp="1"/>
          </p:cNvSpPr>
          <p:nvPr>
            <p:ph idx="1"/>
          </p:nvPr>
        </p:nvSpPr>
        <p:spPr>
          <a:xfrm>
            <a:off x="800976" y="1504563"/>
            <a:ext cx="9977089" cy="4948094"/>
          </a:xfrm>
        </p:spPr>
        <p:txBody>
          <a:bodyPr>
            <a:normAutofit/>
          </a:bodyPr>
          <a:lstStyle/>
          <a:p>
            <a:pPr marL="0" indent="0">
              <a:buNone/>
            </a:pPr>
            <a:r>
              <a:rPr lang="en-US" sz="1600" dirty="0"/>
              <a:t>A </a:t>
            </a:r>
            <a:r>
              <a:rPr lang="en-US" sz="1600" b="1" dirty="0"/>
              <a:t>pointer</a:t>
            </a:r>
            <a:r>
              <a:rPr lang="en-US" sz="1600" dirty="0"/>
              <a:t> in C++ is a special variable that </a:t>
            </a:r>
            <a:r>
              <a:rPr lang="en-US" sz="1600" b="1" dirty="0"/>
              <a:t>stores the memory address of another variable or object</a:t>
            </a:r>
            <a:r>
              <a:rPr lang="en-US" sz="1600" dirty="0"/>
              <a:t> instead of storing the actual value.</a:t>
            </a:r>
          </a:p>
          <a:p>
            <a:pPr lvl="1"/>
            <a:endParaRPr lang="en-US" sz="1400" dirty="0" smtClean="0"/>
          </a:p>
          <a:p>
            <a:pPr lvl="1"/>
            <a:endParaRPr lang="en-US" sz="1400" dirty="0"/>
          </a:p>
          <a:p>
            <a:pPr lvl="1"/>
            <a:endParaRPr lang="en-US" sz="1400" dirty="0"/>
          </a:p>
        </p:txBody>
      </p:sp>
      <p:sp>
        <p:nvSpPr>
          <p:cNvPr id="18" name="Slide Number Placeholder 17"/>
          <p:cNvSpPr>
            <a:spLocks noGrp="1"/>
          </p:cNvSpPr>
          <p:nvPr>
            <p:ph type="sldNum" sz="quarter" idx="12"/>
          </p:nvPr>
        </p:nvSpPr>
        <p:spPr/>
        <p:txBody>
          <a:bodyPr>
            <a:normAutofit lnSpcReduction="10000"/>
          </a:bodyPr>
          <a:lstStyle/>
          <a:p>
            <a:fld id="{B67B645E-C5E5-4727-B977-D372A0AA71D9}" type="slidenum">
              <a:rPr lang="en-US" noProof="0" smtClean="0"/>
              <a:pPr/>
              <a:t>11</a:t>
            </a:fld>
            <a:endParaRPr lang="en-US" noProof="0" dirty="0"/>
          </a:p>
        </p:txBody>
      </p:sp>
      <p:sp>
        <p:nvSpPr>
          <p:cNvPr id="27" name="Rectangle 6"/>
          <p:cNvSpPr>
            <a:spLocks noChangeArrowheads="1"/>
          </p:cNvSpPr>
          <p:nvPr/>
        </p:nvSpPr>
        <p:spPr bwMode="auto">
          <a:xfrm>
            <a:off x="800976" y="2313036"/>
            <a:ext cx="89272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smtClean="0">
                <a:ln>
                  <a:noFill/>
                </a:ln>
                <a:solidFill>
                  <a:schemeClr val="tx1"/>
                </a:solidFill>
                <a:effectLst/>
                <a:latin typeface="+mj-lt"/>
              </a:rPr>
              <a:t>Think of it like a “reference card” that tells you </a:t>
            </a:r>
            <a:r>
              <a:rPr kumimoji="0" lang="en-US" sz="1600" b="1" i="0" u="none" strike="noStrike" cap="none" normalizeH="0" baseline="0" dirty="0" smtClean="0">
                <a:ln>
                  <a:noFill/>
                </a:ln>
                <a:solidFill>
                  <a:schemeClr val="tx1"/>
                </a:solidFill>
                <a:effectLst/>
                <a:latin typeface="+mj-lt"/>
              </a:rPr>
              <a:t>where</a:t>
            </a:r>
            <a:r>
              <a:rPr kumimoji="0" lang="en-US" sz="1600" b="0" i="0" u="none" strike="noStrike" cap="none" normalizeH="0" baseline="0" dirty="0" smtClean="0">
                <a:ln>
                  <a:noFill/>
                </a:ln>
                <a:solidFill>
                  <a:schemeClr val="tx1"/>
                </a:solidFill>
                <a:effectLst/>
                <a:latin typeface="+mj-lt"/>
              </a:rPr>
              <a:t> the data is stored in memory.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j-lt"/>
            </a:endParaRPr>
          </a:p>
        </p:txBody>
      </p:sp>
      <p:sp>
        <p:nvSpPr>
          <p:cNvPr id="28" name="Rectangle 7"/>
          <p:cNvSpPr>
            <a:spLocks noChangeArrowheads="1"/>
          </p:cNvSpPr>
          <p:nvPr/>
        </p:nvSpPr>
        <p:spPr bwMode="auto">
          <a:xfrm>
            <a:off x="800976" y="2689785"/>
            <a:ext cx="939289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smtClean="0">
                <a:ln>
                  <a:noFill/>
                </a:ln>
                <a:solidFill>
                  <a:schemeClr val="tx1"/>
                </a:solidFill>
                <a:effectLst/>
                <a:latin typeface="+mj-lt"/>
              </a:rPr>
              <a:t>You use </a:t>
            </a:r>
            <a:r>
              <a:rPr kumimoji="0" lang="en-US" sz="2000" b="1" i="0" u="none" strike="noStrike" cap="none" normalizeH="0" baseline="0" dirty="0" smtClean="0">
                <a:ln>
                  <a:noFill/>
                </a:ln>
                <a:solidFill>
                  <a:schemeClr val="accent3">
                    <a:lumMod val="75000"/>
                  </a:schemeClr>
                </a:solidFill>
                <a:effectLst/>
                <a:latin typeface="+mj-lt"/>
              </a:rPr>
              <a:t>*</a:t>
            </a:r>
            <a:r>
              <a:rPr kumimoji="0" lang="en-US" sz="1600" b="0" i="0" u="none" strike="noStrike" cap="none" normalizeH="0" baseline="0" dirty="0" smtClean="0">
                <a:ln>
                  <a:noFill/>
                </a:ln>
                <a:solidFill>
                  <a:schemeClr val="tx1"/>
                </a:solidFill>
                <a:effectLst/>
                <a:latin typeface="+mj-lt"/>
              </a:rPr>
              <a:t> (dereference operator) to access the value at the address, and &amp; (address-of operator) to get the address.</a:t>
            </a:r>
            <a:r>
              <a:rPr kumimoji="0" lang="en-US" sz="4400" b="0" i="0" u="none" strike="noStrike" cap="none" normalizeH="0" baseline="0" dirty="0" smtClean="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4400" b="0" i="0" u="none" strike="noStrike" cap="none" normalizeH="0" baseline="0" dirty="0" smtClean="0">
              <a:ln>
                <a:noFill/>
              </a:ln>
              <a:solidFill>
                <a:schemeClr val="tx1"/>
              </a:solidFill>
              <a:effectLst/>
              <a:latin typeface="+mj-lt"/>
            </a:endParaRPr>
          </a:p>
        </p:txBody>
      </p:sp>
      <p:sp>
        <p:nvSpPr>
          <p:cNvPr id="29" name="TextBox 28"/>
          <p:cNvSpPr txBox="1"/>
          <p:nvPr/>
        </p:nvSpPr>
        <p:spPr>
          <a:xfrm>
            <a:off x="800976" y="3881962"/>
            <a:ext cx="1583267" cy="369332"/>
          </a:xfrm>
          <a:prstGeom prst="rect">
            <a:avLst/>
          </a:prstGeom>
          <a:noFill/>
        </p:spPr>
        <p:txBody>
          <a:bodyPr wrap="square" rtlCol="0">
            <a:spAutoFit/>
          </a:bodyPr>
          <a:lstStyle/>
          <a:p>
            <a:r>
              <a:rPr lang="en-US" b="1" dirty="0" smtClean="0"/>
              <a:t>Example:</a:t>
            </a:r>
            <a:endParaRPr lang="en-US" b="1" dirty="0"/>
          </a:p>
        </p:txBody>
      </p:sp>
      <p:sp>
        <p:nvSpPr>
          <p:cNvPr id="30" name="Rectangle 29"/>
          <p:cNvSpPr/>
          <p:nvPr/>
        </p:nvSpPr>
        <p:spPr>
          <a:xfrm>
            <a:off x="800976" y="4518041"/>
            <a:ext cx="6353357" cy="338554"/>
          </a:xfrm>
          <a:prstGeom prst="rect">
            <a:avLst/>
          </a:prstGeom>
        </p:spPr>
        <p:txBody>
          <a:bodyPr wrap="square">
            <a:spAutoFit/>
          </a:bodyPr>
          <a:lstStyle/>
          <a:p>
            <a:r>
              <a:rPr lang="en-US" sz="1600" dirty="0"/>
              <a:t>Vehicle</a:t>
            </a:r>
            <a:r>
              <a:rPr lang="en-US" sz="1600" dirty="0">
                <a:solidFill>
                  <a:schemeClr val="accent3">
                    <a:lumMod val="75000"/>
                  </a:schemeClr>
                </a:solidFill>
              </a:rPr>
              <a:t>*</a:t>
            </a:r>
            <a:r>
              <a:rPr lang="en-US" sz="1600" dirty="0"/>
              <a:t> slots[10];   // array of pointers to Vehicle objects</a:t>
            </a:r>
          </a:p>
        </p:txBody>
      </p:sp>
      <p:pic>
        <p:nvPicPr>
          <p:cNvPr id="10251" name="Picture 11" descr="Raw Pointers in C++. When Heap allocation is needed? | by Developer Notes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1561" y="3351518"/>
            <a:ext cx="4597846" cy="3010153"/>
          </a:xfrm>
          <a:prstGeom prst="rect">
            <a:avLst/>
          </a:prstGeom>
          <a:noFill/>
          <a:extLst>
            <a:ext uri="{909E8E84-426E-40DD-AFC4-6F175D3DCCD1}">
              <a14:hiddenFill xmlns:a14="http://schemas.microsoft.com/office/drawing/2010/main">
                <a:solidFill>
                  <a:srgbClr val="FFFFFF"/>
                </a:solidFill>
              </a14:hiddenFill>
            </a:ext>
          </a:extLst>
        </p:spPr>
      </p:pic>
      <p:sp>
        <p:nvSpPr>
          <p:cNvPr id="10240" name="Rectangle 10239"/>
          <p:cNvSpPr/>
          <p:nvPr/>
        </p:nvSpPr>
        <p:spPr>
          <a:xfrm>
            <a:off x="800976" y="5055135"/>
            <a:ext cx="3400290" cy="338554"/>
          </a:xfrm>
          <a:prstGeom prst="rect">
            <a:avLst/>
          </a:prstGeom>
        </p:spPr>
        <p:txBody>
          <a:bodyPr wrap="none">
            <a:spAutoFit/>
          </a:bodyPr>
          <a:lstStyle/>
          <a:p>
            <a:r>
              <a:rPr lang="en-US" sz="1600" dirty="0"/>
              <a:t>Vehicle</a:t>
            </a:r>
            <a:r>
              <a:rPr lang="en-US" sz="1600" dirty="0">
                <a:solidFill>
                  <a:schemeClr val="accent3">
                    <a:lumMod val="75000"/>
                  </a:schemeClr>
                </a:solidFill>
              </a:rPr>
              <a:t>*</a:t>
            </a:r>
            <a:r>
              <a:rPr lang="en-US" sz="1600" dirty="0"/>
              <a:t> v = new Car("ABC-123");</a:t>
            </a:r>
          </a:p>
        </p:txBody>
      </p:sp>
    </p:spTree>
    <p:extLst>
      <p:ext uri="{BB962C8B-B14F-4D97-AF65-F5344CB8AC3E}">
        <p14:creationId xmlns:p14="http://schemas.microsoft.com/office/powerpoint/2010/main" val="3278697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476" y="-532015"/>
            <a:ext cx="9692640" cy="1325562"/>
          </a:xfrm>
        </p:spPr>
        <p:txBody>
          <a:bodyPr>
            <a:normAutofit/>
          </a:bodyPr>
          <a:lstStyle/>
          <a:p>
            <a:pPr algn="ctr"/>
            <a:r>
              <a:rPr lang="en-US" sz="4000" b="1" dirty="0" smtClean="0">
                <a:solidFill>
                  <a:schemeClr val="accent3">
                    <a:lumMod val="75000"/>
                  </a:schemeClr>
                </a:solidFill>
              </a:rPr>
              <a:t>What is &amp; in C++</a:t>
            </a:r>
            <a:endParaRPr lang="en-US" sz="4000" b="1" dirty="0">
              <a:solidFill>
                <a:schemeClr val="accent3">
                  <a:lumMod val="75000"/>
                </a:schemeClr>
              </a:solidFill>
            </a:endParaRPr>
          </a:p>
        </p:txBody>
      </p:sp>
      <p:sp>
        <p:nvSpPr>
          <p:cNvPr id="3" name="Content Placeholder 2"/>
          <p:cNvSpPr>
            <a:spLocks noGrp="1"/>
          </p:cNvSpPr>
          <p:nvPr>
            <p:ph idx="1"/>
          </p:nvPr>
        </p:nvSpPr>
        <p:spPr>
          <a:xfrm>
            <a:off x="831272" y="990975"/>
            <a:ext cx="7298575" cy="5478087"/>
          </a:xfrm>
        </p:spPr>
        <p:txBody>
          <a:bodyPr/>
          <a:lstStyle/>
          <a:p>
            <a:pPr marL="0" indent="0">
              <a:buNone/>
            </a:pPr>
            <a:r>
              <a:rPr lang="en-US" dirty="0" smtClean="0"/>
              <a:t>The ampersand (</a:t>
            </a:r>
            <a:r>
              <a:rPr lang="en-US" b="1" dirty="0" smtClean="0">
                <a:solidFill>
                  <a:schemeClr val="accent3">
                    <a:lumMod val="75000"/>
                  </a:schemeClr>
                </a:solidFill>
              </a:rPr>
              <a:t>&amp;</a:t>
            </a:r>
            <a:r>
              <a:rPr lang="en-US" dirty="0" smtClean="0"/>
              <a:t>) has two main uses in C++:</a:t>
            </a:r>
          </a:p>
          <a:p>
            <a:pPr marL="0" indent="0">
              <a:buNone/>
            </a:pPr>
            <a:r>
              <a:rPr lang="en-US" b="1" dirty="0" smtClean="0">
                <a:solidFill>
                  <a:schemeClr val="accent3">
                    <a:lumMod val="75000"/>
                  </a:schemeClr>
                </a:solidFill>
              </a:rPr>
              <a:t>Address of operator :</a:t>
            </a:r>
          </a:p>
          <a:p>
            <a:pPr marL="0" indent="0">
              <a:buNone/>
            </a:pPr>
            <a:r>
              <a:rPr lang="en-US" b="1" dirty="0">
                <a:solidFill>
                  <a:schemeClr val="accent3">
                    <a:lumMod val="75000"/>
                  </a:schemeClr>
                </a:solidFill>
              </a:rPr>
              <a:t> </a:t>
            </a:r>
            <a:r>
              <a:rPr lang="en-US" b="1" dirty="0" smtClean="0">
                <a:solidFill>
                  <a:schemeClr val="accent3">
                    <a:lumMod val="75000"/>
                  </a:schemeClr>
                </a:solidFill>
              </a:rPr>
              <a:t>   </a:t>
            </a:r>
            <a:r>
              <a:rPr lang="en-US" dirty="0" smtClean="0"/>
              <a:t>When used before a variable , it gives the memory address of that variable .</a:t>
            </a:r>
          </a:p>
          <a:p>
            <a:pPr marL="0" indent="0">
              <a:buNone/>
            </a:pPr>
            <a:r>
              <a:rPr lang="en-US" b="1" dirty="0" smtClean="0"/>
              <a:t>Example:</a:t>
            </a:r>
          </a:p>
          <a:p>
            <a:pPr marL="0" indent="0">
              <a:buNone/>
            </a:pPr>
            <a:r>
              <a:rPr lang="en-US" b="1" dirty="0"/>
              <a:t>  </a:t>
            </a:r>
            <a:r>
              <a:rPr lang="en-US" sz="1600" dirty="0"/>
              <a:t>int x = 10</a:t>
            </a:r>
            <a:r>
              <a:rPr lang="en-US" sz="1600" dirty="0" smtClean="0"/>
              <a:t>;</a:t>
            </a:r>
          </a:p>
          <a:p>
            <a:pPr marL="0" indent="0">
              <a:buNone/>
            </a:pPr>
            <a:r>
              <a:rPr lang="en-US" sz="1600" dirty="0" err="1" smtClean="0"/>
              <a:t>cout</a:t>
            </a:r>
            <a:r>
              <a:rPr lang="en-US" sz="1600" dirty="0" smtClean="0"/>
              <a:t> </a:t>
            </a:r>
            <a:r>
              <a:rPr lang="en-US" sz="1600" dirty="0"/>
              <a:t>&lt;&lt; &amp;x;   // prints the memory address of </a:t>
            </a:r>
            <a:r>
              <a:rPr lang="en-US" sz="1600" dirty="0" smtClean="0"/>
              <a:t>x.</a:t>
            </a:r>
          </a:p>
          <a:p>
            <a:pPr marL="0" indent="0">
              <a:buNone/>
            </a:pPr>
            <a:r>
              <a:rPr lang="en-US" b="1" dirty="0" smtClean="0">
                <a:solidFill>
                  <a:schemeClr val="accent3">
                    <a:lumMod val="75000"/>
                  </a:schemeClr>
                </a:solidFill>
              </a:rPr>
              <a:t>Reference in Function Parameters :</a:t>
            </a:r>
          </a:p>
          <a:p>
            <a:pPr marL="0" indent="0">
              <a:buNone/>
            </a:pPr>
            <a:r>
              <a:rPr lang="en-US" sz="1600" b="1" dirty="0">
                <a:solidFill>
                  <a:schemeClr val="accent3">
                    <a:lumMod val="75000"/>
                  </a:schemeClr>
                </a:solidFill>
              </a:rPr>
              <a:t> </a:t>
            </a:r>
            <a:r>
              <a:rPr lang="en-US" sz="1600" dirty="0" smtClean="0"/>
              <a:t>When  used in a function parameter, it means the function work with the original variable , not a copy .</a:t>
            </a:r>
          </a:p>
          <a:p>
            <a:pPr marL="0" indent="0">
              <a:buNone/>
            </a:pPr>
            <a:r>
              <a:rPr lang="en-US" sz="1600" b="1" dirty="0" smtClean="0"/>
              <a:t>Example:</a:t>
            </a:r>
          </a:p>
          <a:p>
            <a:pPr marL="0" indent="0">
              <a:buNone/>
            </a:pPr>
            <a:endParaRPr lang="en-US" sz="1600" b="1" dirty="0" smtClean="0"/>
          </a:p>
          <a:p>
            <a:pPr marL="0" indent="0">
              <a:buNone/>
            </a:pPr>
            <a:endParaRPr lang="en-US" sz="1600" b="1" dirty="0" smtClean="0"/>
          </a:p>
          <a:p>
            <a:endParaRPr lang="en-US" dirty="0"/>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12</a:t>
            </a:fld>
            <a:endParaRPr lang="en-US" noProof="0" dirty="0"/>
          </a:p>
        </p:txBody>
      </p:sp>
      <p:sp>
        <p:nvSpPr>
          <p:cNvPr id="6" name="Rectangle 5"/>
          <p:cNvSpPr/>
          <p:nvPr/>
        </p:nvSpPr>
        <p:spPr>
          <a:xfrm>
            <a:off x="831272" y="5603363"/>
            <a:ext cx="2199641" cy="338554"/>
          </a:xfrm>
          <a:prstGeom prst="rect">
            <a:avLst/>
          </a:prstGeom>
        </p:spPr>
        <p:txBody>
          <a:bodyPr wrap="none">
            <a:spAutoFit/>
          </a:bodyPr>
          <a:lstStyle/>
          <a:p>
            <a:r>
              <a:rPr lang="en-US" sz="1600" dirty="0"/>
              <a:t>lot.parkVehicle(&amp;c1);</a:t>
            </a:r>
          </a:p>
        </p:txBody>
      </p:sp>
      <p:pic>
        <p:nvPicPr>
          <p:cNvPr id="12291" name="Picture 3" descr="Difference Between &amp; and &amp;&amp; (with Comparison Chart) - Tech Differen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5924" y="2949633"/>
            <a:ext cx="4524375" cy="112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255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26" descr="Teacher">
            <a:extLst>
              <a:ext uri="{FF2B5EF4-FFF2-40B4-BE49-F238E27FC236}">
                <a16:creationId xmlns:a16="http://schemas.microsoft.com/office/drawing/2014/main" xmlns="" id="{EF145220-68FE-4BC3-8DF6-074CABEAC097}"/>
              </a:ext>
            </a:extLst>
          </p:cNvPr>
          <p:cNvPicPr>
            <a:picLocks noGrp="1" noChangeAspect="1"/>
          </p:cNvPicPr>
          <p:nvPr>
            <p:ph type="pic" sz="quarter" idx="45"/>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a:stretch>
        </p:blipFill>
        <p:spPr/>
      </p:pic>
      <p:sp>
        <p:nvSpPr>
          <p:cNvPr id="6" name="Text Placeholder 5">
            <a:extLst>
              <a:ext uri="{FF2B5EF4-FFF2-40B4-BE49-F238E27FC236}">
                <a16:creationId xmlns:a16="http://schemas.microsoft.com/office/drawing/2014/main" xmlns="" id="{1D5F34C1-576F-4BF7-8C9C-D507F213AE68}"/>
              </a:ext>
            </a:extLst>
          </p:cNvPr>
          <p:cNvSpPr>
            <a:spLocks noGrp="1"/>
          </p:cNvSpPr>
          <p:nvPr>
            <p:ph type="body" sz="quarter" idx="17"/>
          </p:nvPr>
        </p:nvSpPr>
        <p:spPr>
          <a:xfrm>
            <a:off x="298796" y="4256094"/>
            <a:ext cx="1904076" cy="423971"/>
          </a:xfrm>
        </p:spPr>
        <p:txBody>
          <a:bodyPr>
            <a:noAutofit/>
          </a:bodyPr>
          <a:lstStyle/>
          <a:p>
            <a:r>
              <a:rPr lang="en-US" sz="1200" b="1" dirty="0" smtClean="0"/>
              <a:t>Core Management Structure </a:t>
            </a:r>
            <a:endParaRPr lang="en-US" sz="1200" b="1" dirty="0"/>
          </a:p>
        </p:txBody>
      </p:sp>
      <p:pic>
        <p:nvPicPr>
          <p:cNvPr id="29" name="Picture Placeholder 28" descr="Lecturer">
            <a:extLst>
              <a:ext uri="{FF2B5EF4-FFF2-40B4-BE49-F238E27FC236}">
                <a16:creationId xmlns:a16="http://schemas.microsoft.com/office/drawing/2014/main" xmlns="" id="{344FCB42-636B-4918-8866-D50ACA206D8C}"/>
              </a:ext>
            </a:extLst>
          </p:cNvPr>
          <p:cNvPicPr>
            <a:picLocks noGrp="1" noChangeAspect="1"/>
          </p:cNvPicPr>
          <p:nvPr>
            <p:ph type="pic" sz="quarter" idx="47"/>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t="128" b="128"/>
          <a:stretch>
            <a:fillRect/>
          </a:stretch>
        </p:blipFill>
        <p:spPr/>
      </p:pic>
      <p:sp>
        <p:nvSpPr>
          <p:cNvPr id="8" name="Text Placeholder 7">
            <a:extLst>
              <a:ext uri="{FF2B5EF4-FFF2-40B4-BE49-F238E27FC236}">
                <a16:creationId xmlns:a16="http://schemas.microsoft.com/office/drawing/2014/main" xmlns="" id="{8CB0B4A0-79F2-4CB5-BBB6-FEEBD8465250}"/>
              </a:ext>
            </a:extLst>
          </p:cNvPr>
          <p:cNvSpPr>
            <a:spLocks noGrp="1"/>
          </p:cNvSpPr>
          <p:nvPr>
            <p:ph type="body" sz="quarter" idx="33"/>
          </p:nvPr>
        </p:nvSpPr>
        <p:spPr>
          <a:xfrm>
            <a:off x="2405885" y="4320065"/>
            <a:ext cx="1934526" cy="360000"/>
          </a:xfrm>
        </p:spPr>
        <p:txBody>
          <a:bodyPr>
            <a:noAutofit/>
          </a:bodyPr>
          <a:lstStyle/>
          <a:p>
            <a:r>
              <a:rPr lang="en-US" sz="1200" b="1" dirty="0" smtClean="0"/>
              <a:t>Fix Size Array For storage </a:t>
            </a:r>
            <a:endParaRPr lang="en-US" sz="1200" b="1" dirty="0"/>
          </a:p>
        </p:txBody>
      </p:sp>
      <p:pic>
        <p:nvPicPr>
          <p:cNvPr id="31" name="Picture Placeholder 30" descr="Coins">
            <a:extLst>
              <a:ext uri="{FF2B5EF4-FFF2-40B4-BE49-F238E27FC236}">
                <a16:creationId xmlns:a16="http://schemas.microsoft.com/office/drawing/2014/main" xmlns="" id="{A1AA205C-54CC-4A28-9B43-520D5A97DD74}"/>
              </a:ext>
            </a:extLst>
          </p:cNvPr>
          <p:cNvPicPr>
            <a:picLocks noGrp="1" noChangeAspect="1"/>
          </p:cNvPicPr>
          <p:nvPr>
            <p:ph type="pic" sz="quarter" idx="48"/>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xmlns="" r:embed="rId8"/>
              </a:ext>
            </a:extLst>
          </a:blip>
          <a:srcRect t="128" b="128"/>
          <a:stretch>
            <a:fillRect/>
          </a:stretch>
        </p:blipFill>
        <p:spPr/>
      </p:pic>
      <p:sp>
        <p:nvSpPr>
          <p:cNvPr id="10" name="Text Placeholder 9">
            <a:extLst>
              <a:ext uri="{FF2B5EF4-FFF2-40B4-BE49-F238E27FC236}">
                <a16:creationId xmlns:a16="http://schemas.microsoft.com/office/drawing/2014/main" xmlns="" id="{68053976-DF5A-4CE2-94FB-5F70C9064260}"/>
              </a:ext>
            </a:extLst>
          </p:cNvPr>
          <p:cNvSpPr>
            <a:spLocks noGrp="1"/>
          </p:cNvSpPr>
          <p:nvPr>
            <p:ph type="body" sz="quarter" idx="35"/>
          </p:nvPr>
        </p:nvSpPr>
        <p:spPr>
          <a:xfrm>
            <a:off x="4694007" y="4320065"/>
            <a:ext cx="1620000" cy="360000"/>
          </a:xfrm>
        </p:spPr>
        <p:txBody>
          <a:bodyPr>
            <a:noAutofit/>
          </a:bodyPr>
          <a:lstStyle/>
          <a:p>
            <a:r>
              <a:rPr lang="en-US" sz="1200" b="1" dirty="0" smtClean="0"/>
              <a:t>Capacity Tracking</a:t>
            </a:r>
            <a:endParaRPr lang="en-US" sz="1200" b="1" dirty="0"/>
          </a:p>
        </p:txBody>
      </p:sp>
      <p:sp>
        <p:nvSpPr>
          <p:cNvPr id="3" name="Title 2">
            <a:extLst>
              <a:ext uri="{FF2B5EF4-FFF2-40B4-BE49-F238E27FC236}">
                <a16:creationId xmlns:a16="http://schemas.microsoft.com/office/drawing/2014/main" xmlns="" id="{87C2AC9A-0FD0-4DA8-99B4-C440A1D15DA4}"/>
              </a:ext>
            </a:extLst>
          </p:cNvPr>
          <p:cNvSpPr>
            <a:spLocks noGrp="1"/>
          </p:cNvSpPr>
          <p:nvPr>
            <p:ph type="ctrTitle"/>
          </p:nvPr>
        </p:nvSpPr>
        <p:spPr bwMode="gray">
          <a:xfrm>
            <a:off x="7886819" y="3536094"/>
            <a:ext cx="3863221" cy="720000"/>
          </a:xfrm>
        </p:spPr>
        <p:txBody>
          <a:bodyPr>
            <a:normAutofit fontScale="90000"/>
          </a:bodyPr>
          <a:lstStyle/>
          <a:p>
            <a:pPr algn="ctr"/>
            <a:r>
              <a:rPr lang="en-US" dirty="0" smtClean="0"/>
              <a:t>Parking Lot Class Structure </a:t>
            </a:r>
            <a:endParaRPr lang="en-US" dirty="0"/>
          </a:p>
        </p:txBody>
      </p:sp>
      <p:sp>
        <p:nvSpPr>
          <p:cNvPr id="88" name="Slide Number Placeholder 87">
            <a:extLst>
              <a:ext uri="{FF2B5EF4-FFF2-40B4-BE49-F238E27FC236}">
                <a16:creationId xmlns:a16="http://schemas.microsoft.com/office/drawing/2014/main" xmlns="" id="{FAFF03E5-FC39-4375-8BD9-53A0FD781CB7}"/>
              </a:ext>
            </a:extLst>
          </p:cNvPr>
          <p:cNvSpPr>
            <a:spLocks noGrp="1"/>
          </p:cNvSpPr>
          <p:nvPr>
            <p:ph type="sldNum" sz="quarter" idx="50"/>
          </p:nvPr>
        </p:nvSpPr>
        <p:spPr/>
        <p:txBody>
          <a:bodyPr>
            <a:normAutofit fontScale="92500" lnSpcReduction="10000"/>
          </a:bodyPr>
          <a:lstStyle/>
          <a:p>
            <a:pPr algn="ctr"/>
            <a:fld id="{B67B645E-C5E5-4727-B977-D372A0AA71D9}" type="slidenum">
              <a:rPr lang="en-US" smtClean="0"/>
              <a:pPr algn="ctr"/>
              <a:t>13</a:t>
            </a:fld>
            <a:endParaRPr lang="en-US" dirty="0"/>
          </a:p>
        </p:txBody>
      </p:sp>
    </p:spTree>
    <p:extLst>
      <p:ext uri="{BB962C8B-B14F-4D97-AF65-F5344CB8AC3E}">
        <p14:creationId xmlns:p14="http://schemas.microsoft.com/office/powerpoint/2010/main" val="33784581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573577" y="-457200"/>
            <a:ext cx="9692640" cy="1325562"/>
          </a:xfrm>
        </p:spPr>
        <p:txBody>
          <a:bodyPr>
            <a:normAutofit/>
          </a:bodyPr>
          <a:lstStyle/>
          <a:p>
            <a:pPr algn="ctr"/>
            <a:r>
              <a:rPr lang="en-US" sz="4000" b="1" dirty="0" smtClean="0">
                <a:solidFill>
                  <a:schemeClr val="accent3">
                    <a:lumMod val="75000"/>
                  </a:schemeClr>
                </a:solidFill>
              </a:rPr>
              <a:t>Override</a:t>
            </a:r>
            <a:endParaRPr lang="en-US" sz="4000" b="1" dirty="0">
              <a:solidFill>
                <a:schemeClr val="accent3">
                  <a:lumMod val="75000"/>
                </a:schemeClr>
              </a:solidFill>
            </a:endParaRPr>
          </a:p>
        </p:txBody>
      </p:sp>
      <p:sp>
        <p:nvSpPr>
          <p:cNvPr id="15" name="Content Placeholder 14"/>
          <p:cNvSpPr>
            <a:spLocks noGrp="1"/>
          </p:cNvSpPr>
          <p:nvPr>
            <p:ph idx="1"/>
          </p:nvPr>
        </p:nvSpPr>
        <p:spPr>
          <a:xfrm>
            <a:off x="573577" y="1094920"/>
            <a:ext cx="9268692" cy="1886989"/>
          </a:xfrm>
        </p:spPr>
        <p:txBody>
          <a:bodyPr>
            <a:normAutofit/>
          </a:bodyPr>
          <a:lstStyle/>
          <a:p>
            <a:pPr marL="0" indent="0">
              <a:buNone/>
            </a:pPr>
            <a:r>
              <a:rPr lang="en-US" sz="1600" b="1" dirty="0" smtClean="0">
                <a:solidFill>
                  <a:schemeClr val="accent3">
                    <a:lumMod val="75000"/>
                  </a:schemeClr>
                </a:solidFill>
              </a:rPr>
              <a:t>Override</a:t>
            </a:r>
            <a:r>
              <a:rPr lang="en-US" sz="1600" dirty="0" smtClean="0"/>
              <a:t> is a special keyword in C++ used in derived classes .</a:t>
            </a:r>
          </a:p>
          <a:p>
            <a:r>
              <a:rPr lang="en-US" sz="1600" dirty="0" smtClean="0"/>
              <a:t>It tells the compiler that a function is meant to replace (</a:t>
            </a:r>
            <a:r>
              <a:rPr lang="en-US" sz="1600" dirty="0" smtClean="0">
                <a:solidFill>
                  <a:schemeClr val="accent3">
                    <a:lumMod val="75000"/>
                  </a:schemeClr>
                </a:solidFill>
              </a:rPr>
              <a:t>override</a:t>
            </a:r>
            <a:r>
              <a:rPr lang="en-US" sz="1600" dirty="0" smtClean="0"/>
              <a:t>)  a virtual function from the base class.</a:t>
            </a:r>
          </a:p>
          <a:p>
            <a:r>
              <a:rPr lang="en-US" sz="1600" dirty="0" smtClean="0"/>
              <a:t>This ensure you don’t make mistakes – if the base class doesn't have a matching virtual function, the compiler will give an error.</a:t>
            </a:r>
          </a:p>
          <a:p>
            <a:endParaRPr lang="en-US" sz="1600" dirty="0"/>
          </a:p>
        </p:txBody>
      </p:sp>
      <p:sp>
        <p:nvSpPr>
          <p:cNvPr id="13" name="Slide Number Placeholder 12"/>
          <p:cNvSpPr>
            <a:spLocks noGrp="1"/>
          </p:cNvSpPr>
          <p:nvPr>
            <p:ph type="sldNum" sz="quarter" idx="12"/>
          </p:nvPr>
        </p:nvSpPr>
        <p:spPr/>
        <p:txBody>
          <a:bodyPr>
            <a:normAutofit lnSpcReduction="10000"/>
          </a:bodyPr>
          <a:lstStyle/>
          <a:p>
            <a:fld id="{B67B645E-C5E5-4727-B977-D372A0AA71D9}" type="slidenum">
              <a:rPr lang="en-US" noProof="0" smtClean="0"/>
              <a:pPr/>
              <a:t>14</a:t>
            </a:fld>
            <a:endParaRPr lang="en-US" noProof="0" dirty="0"/>
          </a:p>
        </p:txBody>
      </p:sp>
      <p:sp>
        <p:nvSpPr>
          <p:cNvPr id="19" name="Rectangle 18"/>
          <p:cNvSpPr/>
          <p:nvPr/>
        </p:nvSpPr>
        <p:spPr>
          <a:xfrm>
            <a:off x="573577" y="3645149"/>
            <a:ext cx="7348452" cy="2616101"/>
          </a:xfrm>
          <a:prstGeom prst="rect">
            <a:avLst/>
          </a:prstGeom>
        </p:spPr>
        <p:txBody>
          <a:bodyPr wrap="square">
            <a:spAutoFit/>
          </a:bodyPr>
          <a:lstStyle/>
          <a:p>
            <a:r>
              <a:rPr lang="en-US" sz="1600" dirty="0"/>
              <a:t>class Vehicle </a:t>
            </a:r>
            <a:r>
              <a:rPr lang="en-US" sz="1600" dirty="0" smtClean="0"/>
              <a:t>{</a:t>
            </a:r>
          </a:p>
          <a:p>
            <a:r>
              <a:rPr lang="en-US" sz="1600" dirty="0" smtClean="0"/>
              <a:t>public:</a:t>
            </a:r>
          </a:p>
          <a:p>
            <a:r>
              <a:rPr lang="en-US" sz="1600" dirty="0" smtClean="0"/>
              <a:t>    </a:t>
            </a:r>
            <a:r>
              <a:rPr lang="en-US" sz="1600" dirty="0"/>
              <a:t>virtual int calculateFee(int hours) = 0; // pure virtual </a:t>
            </a:r>
            <a:r>
              <a:rPr lang="en-US" sz="1600" dirty="0" smtClean="0"/>
              <a:t>function</a:t>
            </a:r>
          </a:p>
          <a:p>
            <a:r>
              <a:rPr lang="en-US" sz="1600" dirty="0" smtClean="0"/>
              <a:t>};</a:t>
            </a:r>
          </a:p>
          <a:p>
            <a:r>
              <a:rPr lang="en-US" sz="1600" dirty="0" smtClean="0"/>
              <a:t>class </a:t>
            </a:r>
            <a:r>
              <a:rPr lang="en-US" sz="1600" dirty="0"/>
              <a:t>Car : public Vehicle </a:t>
            </a:r>
            <a:r>
              <a:rPr lang="en-US" sz="1600" dirty="0" smtClean="0"/>
              <a:t>{</a:t>
            </a:r>
          </a:p>
          <a:p>
            <a:r>
              <a:rPr lang="en-US" sz="1600" dirty="0" smtClean="0"/>
              <a:t>public</a:t>
            </a:r>
            <a:r>
              <a:rPr lang="en-US" sz="1600" dirty="0"/>
              <a:t>:  </a:t>
            </a:r>
            <a:endParaRPr lang="en-US" sz="1600" dirty="0" smtClean="0"/>
          </a:p>
          <a:p>
            <a:r>
              <a:rPr lang="en-US" sz="1600" dirty="0" smtClean="0"/>
              <a:t>  </a:t>
            </a:r>
            <a:r>
              <a:rPr lang="en-US" sz="1600" dirty="0"/>
              <a:t>int calculateFee(int hours) override {   // override keyword  </a:t>
            </a:r>
            <a:endParaRPr lang="en-US" sz="1600" dirty="0" smtClean="0"/>
          </a:p>
          <a:p>
            <a:r>
              <a:rPr lang="en-US" sz="1600" dirty="0" smtClean="0"/>
              <a:t>      </a:t>
            </a:r>
            <a:r>
              <a:rPr lang="en-US" sz="1600" dirty="0"/>
              <a:t>return hours * 50;  </a:t>
            </a:r>
            <a:endParaRPr lang="en-US" sz="1600" dirty="0" smtClean="0"/>
          </a:p>
          <a:p>
            <a:r>
              <a:rPr lang="en-US" sz="1600" dirty="0" smtClean="0"/>
              <a:t>  }</a:t>
            </a:r>
          </a:p>
          <a:p>
            <a:r>
              <a:rPr lang="en-US" sz="1600" dirty="0" smtClean="0"/>
              <a:t>};</a:t>
            </a:r>
            <a:endParaRPr lang="en-US" sz="1600" dirty="0"/>
          </a:p>
        </p:txBody>
      </p:sp>
      <p:sp>
        <p:nvSpPr>
          <p:cNvPr id="20" name="TextBox 19"/>
          <p:cNvSpPr txBox="1"/>
          <p:nvPr/>
        </p:nvSpPr>
        <p:spPr>
          <a:xfrm>
            <a:off x="573577" y="3003584"/>
            <a:ext cx="1413164" cy="369332"/>
          </a:xfrm>
          <a:prstGeom prst="rect">
            <a:avLst/>
          </a:prstGeom>
          <a:noFill/>
        </p:spPr>
        <p:txBody>
          <a:bodyPr wrap="square" rtlCol="0">
            <a:spAutoFit/>
          </a:bodyPr>
          <a:lstStyle/>
          <a:p>
            <a:r>
              <a:rPr lang="en-US" b="1" dirty="0" smtClean="0">
                <a:solidFill>
                  <a:schemeClr val="accent3">
                    <a:lumMod val="75000"/>
                  </a:schemeClr>
                </a:solidFill>
              </a:rPr>
              <a:t>Example :</a:t>
            </a:r>
            <a:endParaRPr lang="en-US" b="1" dirty="0">
              <a:solidFill>
                <a:schemeClr val="accent3">
                  <a:lumMod val="75000"/>
                </a:schemeClr>
              </a:solidFill>
            </a:endParaRPr>
          </a:p>
        </p:txBody>
      </p:sp>
      <p:pic>
        <p:nvPicPr>
          <p:cNvPr id="11269" name="Picture 5" descr="Function Overriding in C++: Master It with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2775" y="2573337"/>
            <a:ext cx="3895725"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8938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descr="Teacher">
            <a:extLst>
              <a:ext uri="{FF2B5EF4-FFF2-40B4-BE49-F238E27FC236}">
                <a16:creationId xmlns:a16="http://schemas.microsoft.com/office/drawing/2014/main" xmlns="" id="{29F61CCC-B375-46FD-AC69-F11C1EB5757F}"/>
              </a:ext>
            </a:extLst>
          </p:cNvPr>
          <p:cNvPicPr>
            <a:picLocks noGrp="1" noChangeAspect="1"/>
          </p:cNvPicPr>
          <p:nvPr>
            <p:ph type="pic" sz="quarter" idx="47"/>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a:stretch>
        </p:blipFill>
        <p:spPr/>
      </p:pic>
      <p:sp>
        <p:nvSpPr>
          <p:cNvPr id="5" name="Text Placeholder 4">
            <a:extLst>
              <a:ext uri="{FF2B5EF4-FFF2-40B4-BE49-F238E27FC236}">
                <a16:creationId xmlns:a16="http://schemas.microsoft.com/office/drawing/2014/main" xmlns="" id="{AC623989-3B52-4E3D-A635-D939C417B6D9}"/>
              </a:ext>
            </a:extLst>
          </p:cNvPr>
          <p:cNvSpPr>
            <a:spLocks noGrp="1"/>
          </p:cNvSpPr>
          <p:nvPr>
            <p:ph type="body" sz="quarter" idx="17"/>
          </p:nvPr>
        </p:nvSpPr>
        <p:spPr>
          <a:xfrm>
            <a:off x="2200304" y="4247020"/>
            <a:ext cx="2621077" cy="360000"/>
          </a:xfrm>
        </p:spPr>
        <p:txBody>
          <a:bodyPr>
            <a:normAutofit fontScale="85000" lnSpcReduction="10000"/>
          </a:bodyPr>
          <a:lstStyle/>
          <a:p>
            <a:r>
              <a:rPr lang="en-US" b="1" dirty="0" smtClean="0"/>
              <a:t>Attempt To park vehicle</a:t>
            </a:r>
            <a:endParaRPr lang="en-US" b="1" dirty="0"/>
          </a:p>
        </p:txBody>
      </p:sp>
      <p:sp>
        <p:nvSpPr>
          <p:cNvPr id="6" name="Text Placeholder 5">
            <a:extLst>
              <a:ext uri="{FF2B5EF4-FFF2-40B4-BE49-F238E27FC236}">
                <a16:creationId xmlns:a16="http://schemas.microsoft.com/office/drawing/2014/main" xmlns="" id="{93B7F5F9-AC4C-4CA4-ABAB-271F6B44A017}"/>
              </a:ext>
            </a:extLst>
          </p:cNvPr>
          <p:cNvSpPr>
            <a:spLocks noGrp="1"/>
          </p:cNvSpPr>
          <p:nvPr>
            <p:ph type="body" sz="quarter" idx="18"/>
          </p:nvPr>
        </p:nvSpPr>
        <p:spPr>
          <a:xfrm>
            <a:off x="2440694" y="4718440"/>
            <a:ext cx="2032914" cy="993073"/>
          </a:xfrm>
        </p:spPr>
        <p:txBody>
          <a:bodyPr>
            <a:normAutofit/>
          </a:bodyPr>
          <a:lstStyle/>
          <a:p>
            <a:r>
              <a:rPr lang="en-US" dirty="0" smtClean="0"/>
              <a:t>Initiate the parking process by selecting a vehicle to park  </a:t>
            </a:r>
            <a:endParaRPr lang="en-US" dirty="0"/>
          </a:p>
        </p:txBody>
      </p:sp>
      <p:pic>
        <p:nvPicPr>
          <p:cNvPr id="23" name="Picture Placeholder 22" descr="Group">
            <a:extLst>
              <a:ext uri="{FF2B5EF4-FFF2-40B4-BE49-F238E27FC236}">
                <a16:creationId xmlns:a16="http://schemas.microsoft.com/office/drawing/2014/main" xmlns="" id="{E25DFC4C-7C37-49B1-B6A5-9145D8251251}"/>
              </a:ext>
            </a:extLst>
          </p:cNvPr>
          <p:cNvPicPr>
            <a:picLocks noGrp="1" noChangeAspect="1"/>
          </p:cNvPicPr>
          <p:nvPr>
            <p:ph type="pic" sz="quarter" idx="48"/>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a:stretch>
            <a:fillRect/>
          </a:stretch>
        </p:blipFill>
        <p:spPr/>
      </p:pic>
      <p:sp>
        <p:nvSpPr>
          <p:cNvPr id="7" name="Text Placeholder 6">
            <a:extLst>
              <a:ext uri="{FF2B5EF4-FFF2-40B4-BE49-F238E27FC236}">
                <a16:creationId xmlns:a16="http://schemas.microsoft.com/office/drawing/2014/main" xmlns="" id="{C1FE4ACF-78F8-4143-A8FF-BB1CAF035FCF}"/>
              </a:ext>
            </a:extLst>
          </p:cNvPr>
          <p:cNvSpPr>
            <a:spLocks noGrp="1"/>
          </p:cNvSpPr>
          <p:nvPr>
            <p:ph type="body" sz="quarter" idx="33"/>
          </p:nvPr>
        </p:nvSpPr>
        <p:spPr>
          <a:xfrm>
            <a:off x="4821381" y="4538440"/>
            <a:ext cx="2873881" cy="360000"/>
          </a:xfrm>
        </p:spPr>
        <p:txBody>
          <a:bodyPr>
            <a:normAutofit fontScale="85000" lnSpcReduction="10000"/>
          </a:bodyPr>
          <a:lstStyle/>
          <a:p>
            <a:r>
              <a:rPr lang="en-US" b="1" dirty="0" smtClean="0"/>
              <a:t>Check for Available Slots</a:t>
            </a:r>
            <a:endParaRPr lang="en-US" b="1" dirty="0"/>
          </a:p>
        </p:txBody>
      </p:sp>
      <p:sp>
        <p:nvSpPr>
          <p:cNvPr id="8" name="Text Placeholder 7">
            <a:extLst>
              <a:ext uri="{FF2B5EF4-FFF2-40B4-BE49-F238E27FC236}">
                <a16:creationId xmlns:a16="http://schemas.microsoft.com/office/drawing/2014/main" xmlns="" id="{A71739BB-184A-4F2F-A194-E2AC54472610}"/>
              </a:ext>
            </a:extLst>
          </p:cNvPr>
          <p:cNvSpPr>
            <a:spLocks noGrp="1"/>
          </p:cNvSpPr>
          <p:nvPr>
            <p:ph type="body" sz="quarter" idx="34"/>
          </p:nvPr>
        </p:nvSpPr>
        <p:spPr>
          <a:xfrm>
            <a:off x="5161309" y="4966574"/>
            <a:ext cx="2070764" cy="1118342"/>
          </a:xfrm>
        </p:spPr>
        <p:txBody>
          <a:bodyPr>
            <a:normAutofit/>
          </a:bodyPr>
          <a:lstStyle/>
          <a:p>
            <a:r>
              <a:rPr lang="en-US" dirty="0" smtClean="0"/>
              <a:t>Evaluate the current Occupancy against the parking lot’s capacity</a:t>
            </a:r>
            <a:endParaRPr lang="en-US" dirty="0"/>
          </a:p>
        </p:txBody>
      </p:sp>
      <p:pic>
        <p:nvPicPr>
          <p:cNvPr id="25" name="Picture Placeholder 24" descr="Repeat">
            <a:extLst>
              <a:ext uri="{FF2B5EF4-FFF2-40B4-BE49-F238E27FC236}">
                <a16:creationId xmlns:a16="http://schemas.microsoft.com/office/drawing/2014/main" xmlns="" id="{A959DDB7-1BF9-4963-9901-AE8A8DFB8302}"/>
              </a:ext>
            </a:extLst>
          </p:cNvPr>
          <p:cNvPicPr>
            <a:picLocks noGrp="1" noChangeAspect="1"/>
          </p:cNvPicPr>
          <p:nvPr>
            <p:ph type="pic" sz="quarter" idx="49"/>
          </p:nvPr>
        </p:nvPicPr>
        <p:blipFill>
          <a:blip r:embed="rId7">
            <a:extLst>
              <a:ext uri="{28A0092B-C50C-407E-A947-70E740481C1C}">
                <a14:useLocalDpi xmlns:a14="http://schemas.microsoft.com/office/drawing/2010/main"/>
              </a:ext>
              <a:ext uri="{96DAC541-7B7A-43D3-8B79-37D633B846F1}">
                <asvg:svgBlip xmlns:asvg="http://schemas.microsoft.com/office/drawing/2016/SVG/main" xmlns="" r:embed="rId8"/>
              </a:ext>
            </a:extLst>
          </a:blip>
          <a:srcRect/>
          <a:stretch>
            <a:fillRect/>
          </a:stretch>
        </p:blipFill>
        <p:spPr/>
      </p:pic>
      <p:sp>
        <p:nvSpPr>
          <p:cNvPr id="9" name="Text Placeholder 8">
            <a:extLst>
              <a:ext uri="{FF2B5EF4-FFF2-40B4-BE49-F238E27FC236}">
                <a16:creationId xmlns:a16="http://schemas.microsoft.com/office/drawing/2014/main" xmlns="" id="{1F1C8737-2F2E-4041-B588-265FBBB08170}"/>
              </a:ext>
            </a:extLst>
          </p:cNvPr>
          <p:cNvSpPr>
            <a:spLocks noGrp="1"/>
          </p:cNvSpPr>
          <p:nvPr>
            <p:ph type="body" sz="quarter" idx="35"/>
          </p:nvPr>
        </p:nvSpPr>
        <p:spPr>
          <a:xfrm>
            <a:off x="7695262" y="4181675"/>
            <a:ext cx="2183428" cy="500555"/>
          </a:xfrm>
        </p:spPr>
        <p:txBody>
          <a:bodyPr>
            <a:normAutofit fontScale="77500" lnSpcReduction="20000"/>
          </a:bodyPr>
          <a:lstStyle/>
          <a:p>
            <a:r>
              <a:rPr lang="en-US" b="1" dirty="0" smtClean="0"/>
              <a:t>Parking Vehicle and update Occupancy</a:t>
            </a:r>
            <a:endParaRPr lang="en-US" b="1" dirty="0"/>
          </a:p>
        </p:txBody>
      </p:sp>
      <p:sp>
        <p:nvSpPr>
          <p:cNvPr id="10" name="Text Placeholder 9">
            <a:extLst>
              <a:ext uri="{FF2B5EF4-FFF2-40B4-BE49-F238E27FC236}">
                <a16:creationId xmlns:a16="http://schemas.microsoft.com/office/drawing/2014/main" xmlns="" id="{76E85709-7A8D-448D-80D2-31C8C1E22A72}"/>
              </a:ext>
            </a:extLst>
          </p:cNvPr>
          <p:cNvSpPr>
            <a:spLocks noGrp="1"/>
          </p:cNvSpPr>
          <p:nvPr>
            <p:ph type="body" sz="quarter" idx="36"/>
          </p:nvPr>
        </p:nvSpPr>
        <p:spPr>
          <a:xfrm>
            <a:off x="7919774" y="4808632"/>
            <a:ext cx="2313193" cy="1051841"/>
          </a:xfrm>
        </p:spPr>
        <p:txBody>
          <a:bodyPr>
            <a:normAutofit/>
          </a:bodyPr>
          <a:lstStyle/>
          <a:p>
            <a:r>
              <a:rPr lang="en-US" dirty="0" smtClean="0"/>
              <a:t>If space is available, park the vehicle and increment the count of occupied slots </a:t>
            </a:r>
            <a:endParaRPr lang="en-US" dirty="0"/>
          </a:p>
        </p:txBody>
      </p:sp>
      <p:sp>
        <p:nvSpPr>
          <p:cNvPr id="2" name="Title 1">
            <a:extLst>
              <a:ext uri="{FF2B5EF4-FFF2-40B4-BE49-F238E27FC236}">
                <a16:creationId xmlns:a16="http://schemas.microsoft.com/office/drawing/2014/main" xmlns="" id="{4211B054-7855-4114-9BCE-0130BF9C0105}"/>
              </a:ext>
            </a:extLst>
          </p:cNvPr>
          <p:cNvSpPr>
            <a:spLocks noGrp="1"/>
          </p:cNvSpPr>
          <p:nvPr>
            <p:ph type="title"/>
          </p:nvPr>
        </p:nvSpPr>
        <p:spPr>
          <a:xfrm>
            <a:off x="1261871" y="365760"/>
            <a:ext cx="9586237" cy="1325562"/>
          </a:xfrm>
        </p:spPr>
        <p:txBody>
          <a:bodyPr>
            <a:normAutofit/>
          </a:bodyPr>
          <a:lstStyle/>
          <a:p>
            <a:r>
              <a:rPr lang="en-US" dirty="0" smtClean="0"/>
              <a:t>Parking Vehicles: </a:t>
            </a:r>
            <a:br>
              <a:rPr lang="en-US" dirty="0" smtClean="0"/>
            </a:br>
            <a:r>
              <a:rPr lang="en-US" dirty="0" smtClean="0"/>
              <a:t>                             Process Overview</a:t>
            </a:r>
            <a:endParaRPr lang="en-US" dirty="0"/>
          </a:p>
        </p:txBody>
      </p:sp>
      <p:sp>
        <p:nvSpPr>
          <p:cNvPr id="11" name="Slide Number Placeholder 10">
            <a:extLst>
              <a:ext uri="{FF2B5EF4-FFF2-40B4-BE49-F238E27FC236}">
                <a16:creationId xmlns:a16="http://schemas.microsoft.com/office/drawing/2014/main" xmlns="" id="{C50427C7-A041-4B55-8D81-9FEBA952ACF5}"/>
              </a:ext>
            </a:extLst>
          </p:cNvPr>
          <p:cNvSpPr>
            <a:spLocks noGrp="1"/>
          </p:cNvSpPr>
          <p:nvPr>
            <p:ph type="sldNum" sz="quarter" idx="51"/>
          </p:nvPr>
        </p:nvSpPr>
        <p:spPr/>
        <p:txBody>
          <a:bodyPr>
            <a:normAutofit lnSpcReduction="10000"/>
          </a:bodyPr>
          <a:lstStyle/>
          <a:p>
            <a:fld id="{B67B645E-C5E5-4727-B977-D372A0AA71D9}" type="slidenum">
              <a:rPr lang="en-US" smtClean="0"/>
              <a:pPr/>
              <a:t>15</a:t>
            </a:fld>
            <a:endParaRPr lang="en-US" dirty="0"/>
          </a:p>
        </p:txBody>
      </p:sp>
    </p:spTree>
    <p:extLst>
      <p:ext uri="{BB962C8B-B14F-4D97-AF65-F5344CB8AC3E}">
        <p14:creationId xmlns:p14="http://schemas.microsoft.com/office/powerpoint/2010/main" val="26909674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xmlns="" id="{16852965-5187-4677-B878-4167E7B69252}"/>
              </a:ext>
            </a:extLst>
          </p:cNvPr>
          <p:cNvSpPr>
            <a:spLocks noGrp="1"/>
          </p:cNvSpPr>
          <p:nvPr>
            <p:ph type="body" sz="quarter" idx="28"/>
          </p:nvPr>
        </p:nvSpPr>
        <p:spPr bwMode="gray">
          <a:xfrm>
            <a:off x="4660587" y="1673729"/>
            <a:ext cx="3793456" cy="3804522"/>
          </a:xfrm>
        </p:spPr>
        <p:txBody>
          <a:bodyPr/>
          <a:lstStyle/>
          <a:p>
            <a:r>
              <a:rPr lang="en-US" b="1" dirty="0" smtClean="0"/>
              <a:t>Remove Vehicle method details</a:t>
            </a:r>
            <a:endParaRPr lang="en-US" b="1" dirty="0"/>
          </a:p>
        </p:txBody>
      </p:sp>
      <p:sp>
        <p:nvSpPr>
          <p:cNvPr id="29" name="Text Placeholder 28">
            <a:extLst>
              <a:ext uri="{FF2B5EF4-FFF2-40B4-BE49-F238E27FC236}">
                <a16:creationId xmlns:a16="http://schemas.microsoft.com/office/drawing/2014/main" xmlns="" id="{A362839C-0A6B-4785-ACD4-42645537AFF4}"/>
              </a:ext>
            </a:extLst>
          </p:cNvPr>
          <p:cNvSpPr>
            <a:spLocks noGrp="1"/>
          </p:cNvSpPr>
          <p:nvPr>
            <p:ph type="body" sz="quarter" idx="29"/>
          </p:nvPr>
        </p:nvSpPr>
        <p:spPr bwMode="gray">
          <a:xfrm>
            <a:off x="8114969" y="1744099"/>
            <a:ext cx="3120238" cy="3120238"/>
          </a:xfrm>
        </p:spPr>
        <p:txBody>
          <a:bodyPr/>
          <a:lstStyle/>
          <a:p>
            <a:r>
              <a:rPr lang="en-US" b="1" dirty="0" smtClean="0"/>
              <a:t>Display Status method Function</a:t>
            </a:r>
            <a:endParaRPr lang="en-US" b="1" dirty="0"/>
          </a:p>
        </p:txBody>
      </p:sp>
      <p:sp>
        <p:nvSpPr>
          <p:cNvPr id="27" name="Text Placeholder 26">
            <a:extLst>
              <a:ext uri="{FF2B5EF4-FFF2-40B4-BE49-F238E27FC236}">
                <a16:creationId xmlns:a16="http://schemas.microsoft.com/office/drawing/2014/main" xmlns="" id="{3C7B196D-A4EB-4450-8C2E-D4F26C77F843}"/>
              </a:ext>
            </a:extLst>
          </p:cNvPr>
          <p:cNvSpPr>
            <a:spLocks noGrp="1"/>
          </p:cNvSpPr>
          <p:nvPr>
            <p:ph type="body" sz="quarter" idx="27"/>
          </p:nvPr>
        </p:nvSpPr>
        <p:spPr bwMode="gray"/>
        <p:txBody>
          <a:bodyPr/>
          <a:lstStyle/>
          <a:p>
            <a:r>
              <a:rPr lang="en-US" b="1" dirty="0" smtClean="0"/>
              <a:t>Park Vehicles method Implementation</a:t>
            </a:r>
            <a:endParaRPr lang="en-US" b="1" dirty="0"/>
          </a:p>
        </p:txBody>
      </p:sp>
      <p:sp>
        <p:nvSpPr>
          <p:cNvPr id="24" name="Content Placeholder 23">
            <a:extLst>
              <a:ext uri="{FF2B5EF4-FFF2-40B4-BE49-F238E27FC236}">
                <a16:creationId xmlns:a16="http://schemas.microsoft.com/office/drawing/2014/main" xmlns="" id="{B5A11B9F-68B0-405D-8B6F-DDBC74E10DDA}"/>
              </a:ext>
            </a:extLst>
          </p:cNvPr>
          <p:cNvSpPr>
            <a:spLocks noGrp="1"/>
          </p:cNvSpPr>
          <p:nvPr>
            <p:ph sz="half" idx="2"/>
          </p:nvPr>
        </p:nvSpPr>
        <p:spPr bwMode="gray">
          <a:xfrm>
            <a:off x="1649214" y="4393125"/>
            <a:ext cx="2987293" cy="1276318"/>
          </a:xfrm>
        </p:spPr>
        <p:txBody>
          <a:bodyPr>
            <a:normAutofit/>
          </a:bodyPr>
          <a:lstStyle/>
          <a:p>
            <a:r>
              <a:rPr lang="en-US" noProof="1" smtClean="0"/>
              <a:t>This method check if there’s space in the parking lot. If yes ,it adds the vehicles to the next empty slot</a:t>
            </a:r>
            <a:endParaRPr lang="en-US" noProof="1"/>
          </a:p>
        </p:txBody>
      </p:sp>
      <p:sp>
        <p:nvSpPr>
          <p:cNvPr id="33" name="Text Placeholder 32">
            <a:extLst>
              <a:ext uri="{FF2B5EF4-FFF2-40B4-BE49-F238E27FC236}">
                <a16:creationId xmlns:a16="http://schemas.microsoft.com/office/drawing/2014/main" xmlns="" id="{D57220B4-795B-4602-8E69-5D53D12DCC80}"/>
              </a:ext>
            </a:extLst>
          </p:cNvPr>
          <p:cNvSpPr>
            <a:spLocks noGrp="1"/>
          </p:cNvSpPr>
          <p:nvPr>
            <p:ph type="body" sz="quarter" idx="33"/>
          </p:nvPr>
        </p:nvSpPr>
        <p:spPr bwMode="gray"/>
        <p:txBody>
          <a:bodyPr/>
          <a:lstStyle/>
          <a:p>
            <a:r>
              <a:rPr lang="en-US" noProof="1" smtClean="0"/>
              <a:t> </a:t>
            </a:r>
            <a:endParaRPr lang="en-US" noProof="1"/>
          </a:p>
        </p:txBody>
      </p:sp>
      <p:sp>
        <p:nvSpPr>
          <p:cNvPr id="3" name="Text Placeholder 2">
            <a:extLst>
              <a:ext uri="{FF2B5EF4-FFF2-40B4-BE49-F238E27FC236}">
                <a16:creationId xmlns:a16="http://schemas.microsoft.com/office/drawing/2014/main" xmlns="" id="{78DFB89F-B673-46A9-9582-849B9C73C014}"/>
              </a:ext>
            </a:extLst>
          </p:cNvPr>
          <p:cNvSpPr>
            <a:spLocks noGrp="1"/>
          </p:cNvSpPr>
          <p:nvPr>
            <p:ph type="body" sz="quarter" idx="34"/>
          </p:nvPr>
        </p:nvSpPr>
        <p:spPr bwMode="gray"/>
        <p:txBody>
          <a:bodyPr/>
          <a:lstStyle/>
          <a:p>
            <a:r>
              <a:rPr lang="en-US" noProof="1" smtClean="0"/>
              <a:t> </a:t>
            </a:r>
            <a:endParaRPr lang="en-US" noProof="1"/>
          </a:p>
        </p:txBody>
      </p:sp>
      <p:sp>
        <p:nvSpPr>
          <p:cNvPr id="23" name="Title 22">
            <a:extLst>
              <a:ext uri="{FF2B5EF4-FFF2-40B4-BE49-F238E27FC236}">
                <a16:creationId xmlns:a16="http://schemas.microsoft.com/office/drawing/2014/main" xmlns="" id="{5FB75C3E-5885-49DD-8190-BB1E8C511A7E}"/>
              </a:ext>
            </a:extLst>
          </p:cNvPr>
          <p:cNvSpPr>
            <a:spLocks noGrp="1"/>
          </p:cNvSpPr>
          <p:nvPr>
            <p:ph type="title"/>
          </p:nvPr>
        </p:nvSpPr>
        <p:spPr>
          <a:xfrm>
            <a:off x="1220309" y="-74554"/>
            <a:ext cx="9692640" cy="1325562"/>
          </a:xfrm>
        </p:spPr>
        <p:txBody>
          <a:bodyPr/>
          <a:lstStyle/>
          <a:p>
            <a:r>
              <a:rPr lang="en-US" b="1" dirty="0" smtClean="0"/>
              <a:t>Method in Parking lot Class</a:t>
            </a:r>
            <a:endParaRPr lang="en-US" b="1" dirty="0"/>
          </a:p>
        </p:txBody>
      </p:sp>
      <p:sp>
        <p:nvSpPr>
          <p:cNvPr id="18" name="Slide Number Placeholder 17">
            <a:extLst>
              <a:ext uri="{FF2B5EF4-FFF2-40B4-BE49-F238E27FC236}">
                <a16:creationId xmlns:a16="http://schemas.microsoft.com/office/drawing/2014/main" xmlns="" id="{C5ADA44E-F9BC-4E0D-B323-27D643553A97}"/>
              </a:ext>
            </a:extLst>
          </p:cNvPr>
          <p:cNvSpPr>
            <a:spLocks noGrp="1"/>
          </p:cNvSpPr>
          <p:nvPr>
            <p:ph type="sldNum" sz="quarter" idx="36"/>
          </p:nvPr>
        </p:nvSpPr>
        <p:spPr/>
        <p:txBody>
          <a:bodyPr>
            <a:normAutofit lnSpcReduction="10000"/>
          </a:bodyPr>
          <a:lstStyle/>
          <a:p>
            <a:pPr algn="ctr"/>
            <a:fld id="{B67B645E-C5E5-4727-B977-D372A0AA71D9}" type="slidenum">
              <a:rPr lang="en-US" smtClean="0"/>
              <a:pPr algn="ctr"/>
              <a:t>16</a:t>
            </a:fld>
            <a:endParaRPr lang="en-US" dirty="0"/>
          </a:p>
        </p:txBody>
      </p:sp>
      <p:sp>
        <p:nvSpPr>
          <p:cNvPr id="4" name="TextBox 3"/>
          <p:cNvSpPr txBox="1"/>
          <p:nvPr/>
        </p:nvSpPr>
        <p:spPr>
          <a:xfrm>
            <a:off x="4993208" y="4018557"/>
            <a:ext cx="3128213" cy="1169551"/>
          </a:xfrm>
          <a:prstGeom prst="rect">
            <a:avLst/>
          </a:prstGeom>
          <a:noFill/>
        </p:spPr>
        <p:txBody>
          <a:bodyPr wrap="square" rtlCol="0">
            <a:spAutoFit/>
          </a:bodyPr>
          <a:lstStyle/>
          <a:p>
            <a:pPr algn="ctr"/>
            <a:r>
              <a:rPr lang="en-US" sz="1400" dirty="0" smtClean="0">
                <a:solidFill>
                  <a:schemeClr val="bg1"/>
                </a:solidFill>
              </a:rPr>
              <a:t>This method finds the vehicles using its plate number, remove it from the slot , and calculate the parking fee based on how many hours it was parked  </a:t>
            </a:r>
            <a:endParaRPr lang="en-US" sz="1400" dirty="0">
              <a:solidFill>
                <a:schemeClr val="bg1"/>
              </a:solidFill>
            </a:endParaRPr>
          </a:p>
        </p:txBody>
      </p:sp>
      <p:sp>
        <p:nvSpPr>
          <p:cNvPr id="6" name="TextBox 5"/>
          <p:cNvSpPr txBox="1"/>
          <p:nvPr/>
        </p:nvSpPr>
        <p:spPr>
          <a:xfrm>
            <a:off x="8328265" y="3767182"/>
            <a:ext cx="2595424" cy="1384995"/>
          </a:xfrm>
          <a:prstGeom prst="rect">
            <a:avLst/>
          </a:prstGeom>
          <a:noFill/>
        </p:spPr>
        <p:txBody>
          <a:bodyPr wrap="square" rtlCol="0">
            <a:spAutoFit/>
          </a:bodyPr>
          <a:lstStyle/>
          <a:p>
            <a:pPr algn="ctr"/>
            <a:r>
              <a:rPr lang="en-US" sz="1400" dirty="0" smtClean="0">
                <a:solidFill>
                  <a:schemeClr val="bg1"/>
                </a:solidFill>
              </a:rPr>
              <a:t>This method show the current condition of the parking lot– how many slots are full , how many are free, and which vehicles are parked </a:t>
            </a:r>
            <a:endParaRPr lang="en-US" sz="1400" dirty="0">
              <a:solidFill>
                <a:schemeClr val="bg1"/>
              </a:solidFill>
            </a:endParaRPr>
          </a:p>
        </p:txBody>
      </p:sp>
    </p:spTree>
    <p:extLst>
      <p:ext uri="{BB962C8B-B14F-4D97-AF65-F5344CB8AC3E}">
        <p14:creationId xmlns:p14="http://schemas.microsoft.com/office/powerpoint/2010/main" val="42524660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A444DFB7-7E28-41B4-9BF9-BE436E0FC9E8}"/>
              </a:ext>
            </a:extLst>
          </p:cNvPr>
          <p:cNvSpPr>
            <a:spLocks noGrp="1"/>
          </p:cNvSpPr>
          <p:nvPr>
            <p:ph idx="14"/>
          </p:nvPr>
        </p:nvSpPr>
        <p:spPr>
          <a:xfrm>
            <a:off x="429573" y="2540862"/>
            <a:ext cx="3240000" cy="3631338"/>
          </a:xfrm>
        </p:spPr>
        <p:txBody>
          <a:bodyPr/>
          <a:lstStyle/>
          <a:p>
            <a:pPr marL="0" indent="0" algn="ctr">
              <a:buNone/>
            </a:pPr>
            <a:endParaRPr lang="en-US" dirty="0" smtClean="0"/>
          </a:p>
          <a:p>
            <a:pPr marL="0" indent="0" algn="ctr">
              <a:buNone/>
            </a:pPr>
            <a:endParaRPr lang="en-US" dirty="0" smtClean="0"/>
          </a:p>
          <a:p>
            <a:pPr marL="0" indent="0" algn="ctr">
              <a:buNone/>
            </a:pPr>
            <a:endParaRPr lang="en-US" dirty="0"/>
          </a:p>
          <a:p>
            <a:pPr marL="0" indent="0" algn="ctr">
              <a:buNone/>
            </a:pPr>
            <a:r>
              <a:rPr lang="en-US" dirty="0" smtClean="0"/>
              <a:t>Initiate the process by searching  for the vehicle</a:t>
            </a:r>
            <a:r>
              <a:rPr lang="en-US" dirty="0"/>
              <a:t> </a:t>
            </a:r>
            <a:r>
              <a:rPr lang="en-US" dirty="0" smtClean="0"/>
              <a:t>using its plate number</a:t>
            </a:r>
          </a:p>
        </p:txBody>
      </p:sp>
      <p:sp>
        <p:nvSpPr>
          <p:cNvPr id="6" name="Content Placeholder 5">
            <a:extLst>
              <a:ext uri="{FF2B5EF4-FFF2-40B4-BE49-F238E27FC236}">
                <a16:creationId xmlns:a16="http://schemas.microsoft.com/office/drawing/2014/main" xmlns="" id="{8F1F20C0-022B-4E7D-BF64-E9B2AFE01D1E}"/>
              </a:ext>
            </a:extLst>
          </p:cNvPr>
          <p:cNvSpPr>
            <a:spLocks noGrp="1"/>
          </p:cNvSpPr>
          <p:nvPr>
            <p:ph idx="15"/>
          </p:nvPr>
        </p:nvSpPr>
        <p:spPr>
          <a:xfrm>
            <a:off x="4474073" y="2540862"/>
            <a:ext cx="3240000" cy="3631338"/>
          </a:xfrm>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Determine the total fee based on the time the vehicle was parked </a:t>
            </a:r>
            <a:endParaRPr lang="en-US" dirty="0"/>
          </a:p>
        </p:txBody>
      </p:sp>
      <p:sp>
        <p:nvSpPr>
          <p:cNvPr id="7" name="Content Placeholder 6">
            <a:extLst>
              <a:ext uri="{FF2B5EF4-FFF2-40B4-BE49-F238E27FC236}">
                <a16:creationId xmlns:a16="http://schemas.microsoft.com/office/drawing/2014/main" xmlns="" id="{9356C085-A0B2-4CAD-B8CD-22F8E31F72C7}"/>
              </a:ext>
            </a:extLst>
          </p:cNvPr>
          <p:cNvSpPr>
            <a:spLocks noGrp="1"/>
          </p:cNvSpPr>
          <p:nvPr>
            <p:ph idx="16"/>
          </p:nvPr>
        </p:nvSpPr>
        <p:spPr>
          <a:xfrm>
            <a:off x="8520999" y="2540862"/>
            <a:ext cx="3240000" cy="3631338"/>
          </a:xfrm>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Shift the Remaining vehicles to fill the empty slot and adjust the current occupancy count </a:t>
            </a:r>
            <a:endParaRPr lang="en-US" dirty="0"/>
          </a:p>
        </p:txBody>
      </p:sp>
      <p:sp>
        <p:nvSpPr>
          <p:cNvPr id="2" name="Title 1">
            <a:extLst>
              <a:ext uri="{FF2B5EF4-FFF2-40B4-BE49-F238E27FC236}">
                <a16:creationId xmlns:a16="http://schemas.microsoft.com/office/drawing/2014/main" xmlns="" id="{77A3196A-A76D-47F1-A8FB-7438D050CE4B}"/>
              </a:ext>
            </a:extLst>
          </p:cNvPr>
          <p:cNvSpPr>
            <a:spLocks noGrp="1"/>
          </p:cNvSpPr>
          <p:nvPr>
            <p:ph type="title"/>
          </p:nvPr>
        </p:nvSpPr>
        <p:spPr>
          <a:xfrm>
            <a:off x="1004177" y="422806"/>
            <a:ext cx="9692640" cy="1325562"/>
          </a:xfrm>
        </p:spPr>
        <p:txBody>
          <a:bodyPr>
            <a:normAutofit/>
          </a:bodyPr>
          <a:lstStyle/>
          <a:p>
            <a:r>
              <a:rPr lang="en-US" sz="4000" b="1" dirty="0" smtClean="0"/>
              <a:t>Removing Vehicles:</a:t>
            </a:r>
            <a:br>
              <a:rPr lang="en-US" sz="4000" b="1" dirty="0" smtClean="0"/>
            </a:br>
            <a:r>
              <a:rPr lang="en-US" sz="4000" b="1" dirty="0"/>
              <a:t> </a:t>
            </a:r>
            <a:r>
              <a:rPr lang="en-US" sz="4000" b="1" dirty="0" smtClean="0"/>
              <a:t>                                Process Overview</a:t>
            </a:r>
            <a:endParaRPr lang="en-US" sz="4000" b="1" dirty="0"/>
          </a:p>
        </p:txBody>
      </p:sp>
      <p:sp>
        <p:nvSpPr>
          <p:cNvPr id="11" name="Slide Number Placeholder 10">
            <a:extLst>
              <a:ext uri="{FF2B5EF4-FFF2-40B4-BE49-F238E27FC236}">
                <a16:creationId xmlns:a16="http://schemas.microsoft.com/office/drawing/2014/main" xmlns="" id="{06F0AC6A-5FB2-4428-B693-24FC5DD0F206}"/>
              </a:ext>
            </a:extLst>
          </p:cNvPr>
          <p:cNvSpPr>
            <a:spLocks noGrp="1"/>
          </p:cNvSpPr>
          <p:nvPr>
            <p:ph type="sldNum" sz="quarter" idx="20"/>
          </p:nvPr>
        </p:nvSpPr>
        <p:spPr/>
        <p:txBody>
          <a:bodyPr>
            <a:normAutofit lnSpcReduction="10000"/>
          </a:bodyPr>
          <a:lstStyle/>
          <a:p>
            <a:fld id="{B67B645E-C5E5-4727-B977-D372A0AA71D9}" type="slidenum">
              <a:rPr lang="en-US" smtClean="0"/>
              <a:pPr/>
              <a:t>17</a:t>
            </a:fld>
            <a:endParaRPr lang="en-US" dirty="0"/>
          </a:p>
        </p:txBody>
      </p:sp>
      <p:sp>
        <p:nvSpPr>
          <p:cNvPr id="8" name="Content Placeholder 7">
            <a:extLst>
              <a:ext uri="{FF2B5EF4-FFF2-40B4-BE49-F238E27FC236}">
                <a16:creationId xmlns:a16="http://schemas.microsoft.com/office/drawing/2014/main" xmlns="" id="{AD5B11C5-EB75-4884-ADDC-73EA04FE9FCE}"/>
              </a:ext>
            </a:extLst>
          </p:cNvPr>
          <p:cNvSpPr>
            <a:spLocks noGrp="1"/>
          </p:cNvSpPr>
          <p:nvPr>
            <p:ph idx="1"/>
          </p:nvPr>
        </p:nvSpPr>
        <p:spPr>
          <a:xfrm>
            <a:off x="315321" y="2540862"/>
            <a:ext cx="3468504" cy="720000"/>
          </a:xfrm>
        </p:spPr>
        <p:txBody>
          <a:bodyPr/>
          <a:lstStyle/>
          <a:p>
            <a:r>
              <a:rPr lang="en-US" b="1" dirty="0" smtClean="0"/>
              <a:t>Attempt to Remove  vehicles</a:t>
            </a:r>
            <a:endParaRPr lang="en-US" b="1" dirty="0"/>
          </a:p>
        </p:txBody>
      </p:sp>
      <p:sp>
        <p:nvSpPr>
          <p:cNvPr id="9" name="Content Placeholder 8">
            <a:extLst>
              <a:ext uri="{FF2B5EF4-FFF2-40B4-BE49-F238E27FC236}">
                <a16:creationId xmlns:a16="http://schemas.microsoft.com/office/drawing/2014/main" xmlns="" id="{C1931C4D-A892-4FF3-8E0D-09189255CCF9}"/>
              </a:ext>
            </a:extLst>
          </p:cNvPr>
          <p:cNvSpPr>
            <a:spLocks noGrp="1"/>
          </p:cNvSpPr>
          <p:nvPr>
            <p:ph idx="17"/>
          </p:nvPr>
        </p:nvSpPr>
        <p:spPr>
          <a:xfrm>
            <a:off x="4485369" y="2540862"/>
            <a:ext cx="3240000" cy="720000"/>
          </a:xfrm>
        </p:spPr>
        <p:txBody>
          <a:bodyPr/>
          <a:lstStyle/>
          <a:p>
            <a:r>
              <a:rPr lang="en-US" b="1" dirty="0" smtClean="0"/>
              <a:t>Calculate Parking fee</a:t>
            </a:r>
            <a:endParaRPr lang="en-US" b="1" dirty="0"/>
          </a:p>
        </p:txBody>
      </p:sp>
      <p:sp>
        <p:nvSpPr>
          <p:cNvPr id="10" name="Content Placeholder 9">
            <a:extLst>
              <a:ext uri="{FF2B5EF4-FFF2-40B4-BE49-F238E27FC236}">
                <a16:creationId xmlns:a16="http://schemas.microsoft.com/office/drawing/2014/main" xmlns="" id="{09A5516D-8C31-4428-AF93-D3D26BBCBCDF}"/>
              </a:ext>
            </a:extLst>
          </p:cNvPr>
          <p:cNvSpPr>
            <a:spLocks noGrp="1"/>
          </p:cNvSpPr>
          <p:nvPr>
            <p:ph idx="18"/>
          </p:nvPr>
        </p:nvSpPr>
        <p:spPr>
          <a:xfrm>
            <a:off x="8536451" y="2540862"/>
            <a:ext cx="3240000" cy="720000"/>
          </a:xfrm>
        </p:spPr>
        <p:txBody>
          <a:bodyPr/>
          <a:lstStyle/>
          <a:p>
            <a:r>
              <a:rPr lang="en-US" b="1" dirty="0" smtClean="0"/>
              <a:t>Update vehicle Slots</a:t>
            </a:r>
            <a:endParaRPr lang="en-US" b="1" dirty="0"/>
          </a:p>
        </p:txBody>
      </p:sp>
    </p:spTree>
    <p:extLst>
      <p:ext uri="{BB962C8B-B14F-4D97-AF65-F5344CB8AC3E}">
        <p14:creationId xmlns:p14="http://schemas.microsoft.com/office/powerpoint/2010/main" val="16013899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050043" y="462960"/>
            <a:ext cx="6352586" cy="350735"/>
          </a:xfrm>
        </p:spPr>
        <p:txBody>
          <a:bodyPr>
            <a:normAutofit fontScale="90000"/>
          </a:bodyPr>
          <a:lstStyle/>
          <a:p>
            <a:pPr algn="ctr"/>
            <a:r>
              <a:rPr lang="en-US" sz="3200" b="1" dirty="0" smtClean="0">
                <a:solidFill>
                  <a:schemeClr val="accent3">
                    <a:lumMod val="75000"/>
                  </a:schemeClr>
                </a:solidFill>
              </a:rPr>
              <a:t>Displaying Parking Lot status</a:t>
            </a:r>
            <a:endParaRPr lang="en-US" sz="3200" b="1" dirty="0">
              <a:solidFill>
                <a:schemeClr val="accent3">
                  <a:lumMod val="75000"/>
                </a:schemeClr>
              </a:solidFill>
            </a:endParaRP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18</a:t>
            </a:fld>
            <a:endParaRPr lang="en-US" noProof="0" dirty="0"/>
          </a:p>
        </p:txBody>
      </p:sp>
      <p:sp>
        <p:nvSpPr>
          <p:cNvPr id="8" name="Rectangle 1"/>
          <p:cNvSpPr>
            <a:spLocks noGrp="1" noChangeArrowheads="1"/>
          </p:cNvSpPr>
          <p:nvPr>
            <p:ph idx="1"/>
          </p:nvPr>
        </p:nvSpPr>
        <p:spPr bwMode="auto">
          <a:xfrm>
            <a:off x="871175" y="1154513"/>
            <a:ext cx="552131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1600" dirty="0" smtClean="0">
                <a:latin typeface="Arial" panose="020B0604020202020204" pitchFamily="34" charset="0"/>
              </a:rPr>
              <a:t>The </a:t>
            </a:r>
            <a:r>
              <a:rPr kumimoji="0" lang="en-US" sz="1400" b="1" i="0" u="none" strike="noStrike" cap="none" normalizeH="0" baseline="0" dirty="0" smtClean="0">
                <a:ln>
                  <a:noFill/>
                </a:ln>
                <a:solidFill>
                  <a:schemeClr val="tx1"/>
                </a:solidFill>
                <a:effectLst/>
                <a:latin typeface="Arial Unicode MS" panose="020B0604020202020204" pitchFamily="34" charset="-128"/>
              </a:rPr>
              <a:t>displayStatus()</a:t>
            </a:r>
            <a:r>
              <a:rPr kumimoji="0" lang="en-US" sz="1100" b="1" i="0" u="none"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rPr>
              <a:t>function is used to show the current condition of the parking lot in a clear way. It prints the total capacity, how many slots are filled, and how many are still free. If no vehicles are parked, it shows a message saying the lot is empty. If there are vehicles inside, it lists each one along with its slot number and plate number. This makes it easy for users to quickly see which cars are parked and whether space is available.</a:t>
            </a:r>
          </a:p>
        </p:txBody>
      </p:sp>
      <p:sp>
        <p:nvSpPr>
          <p:cNvPr id="9" name="TextBox 8"/>
          <p:cNvSpPr txBox="1"/>
          <p:nvPr/>
        </p:nvSpPr>
        <p:spPr>
          <a:xfrm>
            <a:off x="763109" y="3513501"/>
            <a:ext cx="1479666" cy="369332"/>
          </a:xfrm>
          <a:prstGeom prst="rect">
            <a:avLst/>
          </a:prstGeom>
          <a:noFill/>
        </p:spPr>
        <p:txBody>
          <a:bodyPr wrap="square" rtlCol="0">
            <a:spAutoFit/>
          </a:bodyPr>
          <a:lstStyle/>
          <a:p>
            <a:r>
              <a:rPr lang="en-US" b="1" dirty="0" smtClean="0"/>
              <a:t>Example:</a:t>
            </a:r>
            <a:endParaRPr lang="en-US" b="1" dirty="0"/>
          </a:p>
        </p:txBody>
      </p:sp>
      <p:sp>
        <p:nvSpPr>
          <p:cNvPr id="10" name="Rectangle 9"/>
          <p:cNvSpPr/>
          <p:nvPr/>
        </p:nvSpPr>
        <p:spPr>
          <a:xfrm>
            <a:off x="763109" y="4057402"/>
            <a:ext cx="2050561" cy="307777"/>
          </a:xfrm>
          <a:prstGeom prst="rect">
            <a:avLst/>
          </a:prstGeom>
        </p:spPr>
        <p:txBody>
          <a:bodyPr wrap="none">
            <a:spAutoFit/>
          </a:bodyPr>
          <a:lstStyle/>
          <a:p>
            <a:pPr marL="285750" indent="-285750">
              <a:buFont typeface="Arial" panose="020B0604020202020204" pitchFamily="34" charset="0"/>
              <a:buChar char="•"/>
            </a:pPr>
            <a:r>
              <a:rPr lang="en-US" sz="1400" dirty="0"/>
              <a:t>lot.displayStatus();</a:t>
            </a:r>
          </a:p>
        </p:txBody>
      </p:sp>
      <p:sp>
        <p:nvSpPr>
          <p:cNvPr id="13" name="Rectangle 12"/>
          <p:cNvSpPr/>
          <p:nvPr/>
        </p:nvSpPr>
        <p:spPr>
          <a:xfrm>
            <a:off x="763109" y="4673054"/>
            <a:ext cx="6096000" cy="1384995"/>
          </a:xfrm>
          <a:prstGeom prst="rect">
            <a:avLst/>
          </a:prstGeom>
        </p:spPr>
        <p:txBody>
          <a:bodyPr>
            <a:spAutoFit/>
          </a:bodyPr>
          <a:lstStyle/>
          <a:p>
            <a:r>
              <a:rPr lang="en-US" sz="1200" b="1" dirty="0"/>
              <a:t>========== Parking Lot Status </a:t>
            </a:r>
            <a:r>
              <a:rPr lang="en-US" sz="1200" b="1" dirty="0" smtClean="0"/>
              <a:t>==========</a:t>
            </a:r>
          </a:p>
          <a:p>
            <a:r>
              <a:rPr lang="en-US" sz="1200" b="1" dirty="0" smtClean="0"/>
              <a:t>Capacity</a:t>
            </a:r>
            <a:r>
              <a:rPr lang="en-US" sz="1200" b="1" dirty="0"/>
              <a:t>: 3 | Occupied: 3 | Free Slots: </a:t>
            </a:r>
            <a:r>
              <a:rPr lang="en-US" sz="1200" b="1" dirty="0" smtClean="0"/>
              <a:t>0</a:t>
            </a:r>
          </a:p>
          <a:p>
            <a:r>
              <a:rPr lang="en-US" sz="1200" b="1" dirty="0" smtClean="0"/>
              <a:t>Vehicles </a:t>
            </a:r>
            <a:r>
              <a:rPr lang="en-US" sz="1200" b="1" dirty="0"/>
              <a:t>currently parked</a:t>
            </a:r>
            <a:r>
              <a:rPr lang="en-US" sz="1200" b="1" dirty="0" smtClean="0"/>
              <a:t>:</a:t>
            </a:r>
          </a:p>
          <a:p>
            <a:r>
              <a:rPr lang="en-US" sz="1200" b="1" dirty="0" smtClean="0"/>
              <a:t> </a:t>
            </a:r>
            <a:r>
              <a:rPr lang="en-US" sz="1200" b="1" dirty="0"/>
              <a:t>- Slot 1: BMW M5 </a:t>
            </a:r>
            <a:r>
              <a:rPr lang="en-US" sz="1200" b="1" dirty="0" smtClean="0"/>
              <a:t>F90-360</a:t>
            </a:r>
          </a:p>
          <a:p>
            <a:r>
              <a:rPr lang="en-US" sz="1200" b="1" dirty="0" smtClean="0"/>
              <a:t> </a:t>
            </a:r>
            <a:r>
              <a:rPr lang="en-US" sz="1200" b="1" dirty="0"/>
              <a:t>- Slot 2: Corvette </a:t>
            </a:r>
            <a:r>
              <a:rPr lang="en-US" sz="1200" b="1" dirty="0" smtClean="0"/>
              <a:t>C8-45</a:t>
            </a:r>
          </a:p>
          <a:p>
            <a:r>
              <a:rPr lang="en-US" sz="1200" b="1" dirty="0" smtClean="0"/>
              <a:t> </a:t>
            </a:r>
            <a:r>
              <a:rPr lang="en-US" sz="1200" b="1" dirty="0"/>
              <a:t>- Slot 3: AUDI </a:t>
            </a:r>
            <a:r>
              <a:rPr lang="en-US" sz="1200" b="1" dirty="0" smtClean="0"/>
              <a:t>RS6-320</a:t>
            </a:r>
          </a:p>
          <a:p>
            <a:r>
              <a:rPr lang="en-US" sz="1200" b="1" dirty="0" smtClean="0"/>
              <a:t>========================================</a:t>
            </a:r>
            <a:endParaRPr lang="en-US" sz="1200" b="1" dirty="0"/>
          </a:p>
        </p:txBody>
      </p:sp>
      <p:pic>
        <p:nvPicPr>
          <p:cNvPr id="14" name="Picture 13"/>
          <p:cNvPicPr>
            <a:picLocks noChangeAspect="1"/>
          </p:cNvPicPr>
          <p:nvPr/>
        </p:nvPicPr>
        <p:blipFill>
          <a:blip r:embed="rId2"/>
          <a:stretch>
            <a:fillRect/>
          </a:stretch>
        </p:blipFill>
        <p:spPr>
          <a:xfrm>
            <a:off x="6859109" y="1143000"/>
            <a:ext cx="3352800" cy="5029200"/>
          </a:xfrm>
          <a:prstGeom prst="rect">
            <a:avLst/>
          </a:prstGeom>
        </p:spPr>
      </p:pic>
    </p:spTree>
    <p:extLst>
      <p:ext uri="{BB962C8B-B14F-4D97-AF65-F5344CB8AC3E}">
        <p14:creationId xmlns:p14="http://schemas.microsoft.com/office/powerpoint/2010/main" val="9742201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181" y="0"/>
            <a:ext cx="2819677" cy="585729"/>
          </a:xfrm>
        </p:spPr>
        <p:txBody>
          <a:bodyPr>
            <a:normAutofit/>
          </a:bodyPr>
          <a:lstStyle/>
          <a:p>
            <a:r>
              <a:rPr lang="en-US" sz="2000" b="1" dirty="0" smtClean="0">
                <a:solidFill>
                  <a:schemeClr val="accent3">
                    <a:lumMod val="75000"/>
                  </a:schemeClr>
                </a:solidFill>
              </a:rPr>
              <a:t>Program</a:t>
            </a:r>
            <a:endParaRPr lang="en-US" sz="2000" b="1" dirty="0">
              <a:solidFill>
                <a:schemeClr val="accent3">
                  <a:lumMod val="75000"/>
                </a:schemeClr>
              </a:solidFill>
            </a:endParaRPr>
          </a:p>
        </p:txBody>
      </p:sp>
      <p:sp>
        <p:nvSpPr>
          <p:cNvPr id="3" name="Content Placeholder 2"/>
          <p:cNvSpPr>
            <a:spLocks noGrp="1"/>
          </p:cNvSpPr>
          <p:nvPr>
            <p:ph idx="1"/>
          </p:nvPr>
        </p:nvSpPr>
        <p:spPr>
          <a:xfrm>
            <a:off x="754796" y="791123"/>
            <a:ext cx="8595360" cy="5544589"/>
          </a:xfrm>
        </p:spPr>
        <p:txBody>
          <a:bodyPr>
            <a:noAutofit/>
          </a:bodyPr>
          <a:lstStyle/>
          <a:p>
            <a:pPr marL="0" indent="0">
              <a:buNone/>
            </a:pPr>
            <a:r>
              <a:rPr lang="en-US" sz="1300" dirty="0"/>
              <a:t>#include &lt;</a:t>
            </a:r>
            <a:r>
              <a:rPr lang="en-US" sz="1300" dirty="0" err="1"/>
              <a:t>iostream</a:t>
            </a:r>
            <a:r>
              <a:rPr lang="en-US" sz="1300" dirty="0"/>
              <a:t>&gt;</a:t>
            </a:r>
          </a:p>
          <a:p>
            <a:pPr marL="0" indent="0">
              <a:buNone/>
            </a:pPr>
            <a:r>
              <a:rPr lang="en-US" sz="1300" dirty="0"/>
              <a:t>#include &lt;string&gt;</a:t>
            </a:r>
          </a:p>
          <a:p>
            <a:pPr marL="0" indent="0">
              <a:buNone/>
            </a:pPr>
            <a:r>
              <a:rPr lang="en-US" sz="1300" dirty="0"/>
              <a:t>using namespace </a:t>
            </a:r>
            <a:r>
              <a:rPr lang="en-US" sz="1300" dirty="0" err="1"/>
              <a:t>std</a:t>
            </a:r>
            <a:r>
              <a:rPr lang="en-US" sz="1300" dirty="0"/>
              <a:t>;</a:t>
            </a:r>
          </a:p>
          <a:p>
            <a:pPr marL="0" indent="0">
              <a:buNone/>
            </a:pPr>
            <a:endParaRPr lang="en-US" sz="1300" dirty="0"/>
          </a:p>
          <a:p>
            <a:pPr marL="0" indent="0">
              <a:buNone/>
            </a:pPr>
            <a:r>
              <a:rPr lang="en-US" sz="1300" dirty="0"/>
              <a:t>// Base class Vehicle</a:t>
            </a:r>
          </a:p>
          <a:p>
            <a:pPr marL="0" indent="0">
              <a:buNone/>
            </a:pPr>
            <a:r>
              <a:rPr lang="en-US" sz="1300" dirty="0"/>
              <a:t>class Vehicle {</a:t>
            </a:r>
          </a:p>
          <a:p>
            <a:pPr marL="0" indent="0">
              <a:buNone/>
            </a:pPr>
            <a:r>
              <a:rPr lang="en-US" sz="1300" dirty="0"/>
              <a:t>protected:</a:t>
            </a:r>
          </a:p>
          <a:p>
            <a:pPr marL="0" indent="0">
              <a:buNone/>
            </a:pPr>
            <a:r>
              <a:rPr lang="en-US" sz="1300" dirty="0"/>
              <a:t>    string </a:t>
            </a:r>
            <a:r>
              <a:rPr lang="en-US" sz="1300" dirty="0" err="1"/>
              <a:t>plateNumber</a:t>
            </a:r>
            <a:r>
              <a:rPr lang="en-US" sz="1300" dirty="0"/>
              <a:t>;</a:t>
            </a:r>
          </a:p>
          <a:p>
            <a:pPr marL="0" indent="0">
              <a:buNone/>
            </a:pPr>
            <a:r>
              <a:rPr lang="en-US" sz="1300" dirty="0"/>
              <a:t>public:</a:t>
            </a:r>
          </a:p>
          <a:p>
            <a:pPr marL="0" indent="0">
              <a:buNone/>
            </a:pPr>
            <a:r>
              <a:rPr lang="en-US" sz="1300" dirty="0"/>
              <a:t>    Vehicle(string plate) {</a:t>
            </a:r>
          </a:p>
          <a:p>
            <a:pPr marL="0" indent="0">
              <a:buNone/>
            </a:pPr>
            <a:r>
              <a:rPr lang="en-US" sz="1300" dirty="0"/>
              <a:t>        </a:t>
            </a:r>
            <a:r>
              <a:rPr lang="en-US" sz="1300" dirty="0" err="1"/>
              <a:t>plateNumber</a:t>
            </a:r>
            <a:r>
              <a:rPr lang="en-US" sz="1300" dirty="0"/>
              <a:t> = plate;</a:t>
            </a:r>
          </a:p>
          <a:p>
            <a:pPr marL="0" indent="0">
              <a:buNone/>
            </a:pPr>
            <a:r>
              <a:rPr lang="en-US" sz="1300" dirty="0"/>
              <a:t>    }</a:t>
            </a:r>
          </a:p>
          <a:p>
            <a:pPr marL="0" indent="0">
              <a:buNone/>
            </a:pPr>
            <a:r>
              <a:rPr lang="en-US" sz="1300" dirty="0"/>
              <a:t>    string </a:t>
            </a:r>
            <a:r>
              <a:rPr lang="en-US" sz="1300" dirty="0" err="1"/>
              <a:t>getPlateNumber</a:t>
            </a:r>
            <a:r>
              <a:rPr lang="en-US" sz="1300" dirty="0"/>
              <a:t>() {</a:t>
            </a:r>
          </a:p>
          <a:p>
            <a:pPr marL="0" indent="0">
              <a:buNone/>
            </a:pPr>
            <a:r>
              <a:rPr lang="en-US" sz="1300" dirty="0"/>
              <a:t>        return </a:t>
            </a:r>
            <a:r>
              <a:rPr lang="en-US" sz="1300" dirty="0" err="1"/>
              <a:t>plateNumber</a:t>
            </a:r>
            <a:r>
              <a:rPr lang="en-US" sz="1300" dirty="0"/>
              <a:t>;</a:t>
            </a:r>
          </a:p>
          <a:p>
            <a:pPr marL="0" indent="0">
              <a:buNone/>
            </a:pPr>
            <a:r>
              <a:rPr lang="en-US" sz="1300" dirty="0"/>
              <a:t>    }</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19</a:t>
            </a:fld>
            <a:endParaRPr lang="en-US" noProof="0" dirty="0"/>
          </a:p>
        </p:txBody>
      </p:sp>
      <p:pic>
        <p:nvPicPr>
          <p:cNvPr id="1026" name="Picture 2" descr="10,809 Underground Car Parking Stock Photos - Free &amp; Royalty-Free Stock  Photos from Dreams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8918" y="171451"/>
            <a:ext cx="6143003" cy="58102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1735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388" y="266008"/>
            <a:ext cx="10390909" cy="6358601"/>
          </a:xfrm>
        </p:spPr>
        <p:txBody>
          <a:bodyPr>
            <a:normAutofit fontScale="70000" lnSpcReduction="20000"/>
          </a:bodyPr>
          <a:lstStyle/>
          <a:p>
            <a:pPr marL="0" indent="0">
              <a:buNone/>
            </a:pPr>
            <a:r>
              <a:rPr lang="en-US" dirty="0"/>
              <a:t> virtual int calculateFee(int hours) = 0; // pure virtual function</a:t>
            </a:r>
          </a:p>
          <a:p>
            <a:pPr marL="0" indent="0">
              <a:buNone/>
            </a:pPr>
            <a:r>
              <a:rPr lang="en-US" dirty="0"/>
              <a:t>};</a:t>
            </a:r>
          </a:p>
          <a:p>
            <a:pPr marL="0" indent="0">
              <a:buNone/>
            </a:pPr>
            <a:endParaRPr lang="en-US" dirty="0"/>
          </a:p>
          <a:p>
            <a:pPr marL="0" indent="0">
              <a:buNone/>
            </a:pPr>
            <a:r>
              <a:rPr lang="en-US" dirty="0"/>
              <a:t>// Derived class Car</a:t>
            </a:r>
          </a:p>
          <a:p>
            <a:pPr marL="0" indent="0">
              <a:buNone/>
            </a:pPr>
            <a:r>
              <a:rPr lang="en-US" dirty="0"/>
              <a:t>class Car : public Vehicle {</a:t>
            </a:r>
          </a:p>
          <a:p>
            <a:pPr marL="0" indent="0">
              <a:buNone/>
            </a:pPr>
            <a:r>
              <a:rPr lang="en-US" dirty="0"/>
              <a:t>public:</a:t>
            </a:r>
          </a:p>
          <a:p>
            <a:pPr marL="0" indent="0">
              <a:buNone/>
            </a:pPr>
            <a:r>
              <a:rPr lang="en-US" dirty="0"/>
              <a:t>    Car(string plate) : Vehicle(plate) {}</a:t>
            </a:r>
          </a:p>
          <a:p>
            <a:pPr marL="0" indent="0">
              <a:buNone/>
            </a:pPr>
            <a:r>
              <a:rPr lang="en-US" dirty="0"/>
              <a:t>    int calculateFee(int hours) override {</a:t>
            </a:r>
          </a:p>
          <a:p>
            <a:pPr marL="0" indent="0">
              <a:buNone/>
            </a:pPr>
            <a:r>
              <a:rPr lang="en-US" dirty="0"/>
              <a:t>        return hours * 50; // Rs.50 per hour</a:t>
            </a:r>
          </a:p>
          <a:p>
            <a:pPr marL="0" indent="0">
              <a:buNone/>
            </a:pPr>
            <a:r>
              <a:rPr lang="en-US" dirty="0"/>
              <a:t>    }</a:t>
            </a:r>
          </a:p>
          <a:p>
            <a:pPr marL="0" indent="0">
              <a:buNone/>
            </a:pPr>
            <a:r>
              <a:rPr lang="en-US" dirty="0"/>
              <a:t>};</a:t>
            </a:r>
          </a:p>
          <a:p>
            <a:pPr marL="0" indent="0">
              <a:buNone/>
            </a:pPr>
            <a:endParaRPr lang="en-US" dirty="0"/>
          </a:p>
          <a:p>
            <a:pPr marL="0" indent="0">
              <a:buNone/>
            </a:pPr>
            <a:r>
              <a:rPr lang="en-US" dirty="0"/>
              <a:t>// </a:t>
            </a:r>
            <a:r>
              <a:rPr lang="en-US" dirty="0" err="1"/>
              <a:t>ParkingLot</a:t>
            </a:r>
            <a:r>
              <a:rPr lang="en-US" dirty="0"/>
              <a:t> class</a:t>
            </a:r>
          </a:p>
          <a:p>
            <a:pPr marL="0" indent="0">
              <a:buNone/>
            </a:pPr>
            <a:r>
              <a:rPr lang="en-US" dirty="0"/>
              <a:t>class </a:t>
            </a:r>
            <a:r>
              <a:rPr lang="en-US" dirty="0" err="1"/>
              <a:t>ParkingLot</a:t>
            </a:r>
            <a:r>
              <a:rPr lang="en-US" dirty="0"/>
              <a:t> {</a:t>
            </a:r>
          </a:p>
          <a:p>
            <a:pPr marL="0" indent="0">
              <a:buNone/>
            </a:pPr>
            <a:r>
              <a:rPr lang="en-US" dirty="0"/>
              <a:t>private:</a:t>
            </a:r>
          </a:p>
          <a:p>
            <a:pPr marL="0" indent="0">
              <a:buNone/>
            </a:pPr>
            <a:r>
              <a:rPr lang="en-US" dirty="0"/>
              <a:t>    int capacity;</a:t>
            </a:r>
          </a:p>
          <a:p>
            <a:pPr marL="0" indent="0">
              <a:buNone/>
            </a:pPr>
            <a:r>
              <a:rPr lang="en-US" dirty="0"/>
              <a:t>    int count;</a:t>
            </a:r>
          </a:p>
          <a:p>
            <a:pPr marL="0" indent="0">
              <a:buNone/>
            </a:pPr>
            <a:r>
              <a:rPr lang="en-US" dirty="0"/>
              <a:t>    Vehicle* slots[10]; // fixed size array</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20</a:t>
            </a:fld>
            <a:endParaRPr lang="en-US" noProof="0" dirty="0"/>
          </a:p>
        </p:txBody>
      </p:sp>
      <p:pic>
        <p:nvPicPr>
          <p:cNvPr id="2056" name="Picture 8" descr="Parking Lot Design Drawing PNG Image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1975" y="961222"/>
            <a:ext cx="6727594" cy="5210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8835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5264" y="133003"/>
            <a:ext cx="10432473" cy="6891251"/>
          </a:xfrm>
        </p:spPr>
        <p:txBody>
          <a:bodyPr>
            <a:noAutofit/>
          </a:bodyPr>
          <a:lstStyle/>
          <a:p>
            <a:pPr marL="0" indent="0">
              <a:buNone/>
            </a:pPr>
            <a:r>
              <a:rPr lang="en-US" sz="1300" dirty="0"/>
              <a:t>public:</a:t>
            </a:r>
          </a:p>
          <a:p>
            <a:pPr marL="0" indent="0">
              <a:buNone/>
            </a:pPr>
            <a:r>
              <a:rPr lang="en-US" sz="1300" dirty="0"/>
              <a:t>    </a:t>
            </a:r>
            <a:r>
              <a:rPr lang="en-US" sz="1300" dirty="0" err="1"/>
              <a:t>ParkingLot</a:t>
            </a:r>
            <a:r>
              <a:rPr lang="en-US" sz="1300" dirty="0"/>
              <a:t>(int cap) {</a:t>
            </a:r>
          </a:p>
          <a:p>
            <a:pPr marL="0" indent="0">
              <a:buNone/>
            </a:pPr>
            <a:r>
              <a:rPr lang="en-US" sz="1300" dirty="0"/>
              <a:t>        capacity = cap;</a:t>
            </a:r>
          </a:p>
          <a:p>
            <a:pPr marL="0" indent="0">
              <a:buNone/>
            </a:pPr>
            <a:r>
              <a:rPr lang="en-US" sz="1300" dirty="0"/>
              <a:t>        count = 0;</a:t>
            </a:r>
          </a:p>
          <a:p>
            <a:pPr marL="0" indent="0">
              <a:buNone/>
            </a:pPr>
            <a:r>
              <a:rPr lang="en-US" sz="1300" dirty="0"/>
              <a:t>    }</a:t>
            </a:r>
          </a:p>
          <a:p>
            <a:pPr marL="0" indent="0">
              <a:buNone/>
            </a:pPr>
            <a:r>
              <a:rPr lang="en-US" sz="1300" dirty="0" smtClean="0"/>
              <a:t>    </a:t>
            </a:r>
            <a:r>
              <a:rPr lang="en-US" sz="1300" dirty="0"/>
              <a:t>void </a:t>
            </a:r>
            <a:r>
              <a:rPr lang="en-US" sz="1300" dirty="0" err="1"/>
              <a:t>parkVehicle</a:t>
            </a:r>
            <a:r>
              <a:rPr lang="en-US" sz="1300" dirty="0"/>
              <a:t>(Vehicle* v) {</a:t>
            </a:r>
          </a:p>
          <a:p>
            <a:pPr marL="0" indent="0">
              <a:buNone/>
            </a:pPr>
            <a:r>
              <a:rPr lang="en-US" sz="1300" dirty="0"/>
              <a:t>        </a:t>
            </a:r>
            <a:r>
              <a:rPr lang="en-US" sz="1300" dirty="0" err="1"/>
              <a:t>cout</a:t>
            </a:r>
            <a:r>
              <a:rPr lang="en-US" sz="1300" dirty="0"/>
              <a:t> &lt;&lt; "\n----------------------------------\n";</a:t>
            </a:r>
          </a:p>
          <a:p>
            <a:pPr marL="0" indent="0">
              <a:buNone/>
            </a:pPr>
            <a:r>
              <a:rPr lang="en-US" sz="1300" dirty="0"/>
              <a:t>        </a:t>
            </a:r>
            <a:r>
              <a:rPr lang="en-US" sz="1300" dirty="0" err="1"/>
              <a:t>cout</a:t>
            </a:r>
            <a:r>
              <a:rPr lang="en-US" sz="1300" dirty="0"/>
              <a:t> &lt;&lt; "🚗 Attempting to park vehicle...\n";</a:t>
            </a:r>
          </a:p>
          <a:p>
            <a:pPr marL="0" indent="0">
              <a:buNone/>
            </a:pPr>
            <a:r>
              <a:rPr lang="en-US" sz="1300" dirty="0"/>
              <a:t>        if (count &lt; capacity) {</a:t>
            </a:r>
          </a:p>
          <a:p>
            <a:pPr marL="0" indent="0">
              <a:buNone/>
            </a:pPr>
            <a:r>
              <a:rPr lang="en-US" sz="1300" dirty="0"/>
              <a:t>            slots[count] = v;</a:t>
            </a:r>
          </a:p>
          <a:p>
            <a:pPr marL="0" indent="0">
              <a:buNone/>
            </a:pPr>
            <a:r>
              <a:rPr lang="en-US" sz="1300" dirty="0"/>
              <a:t>            </a:t>
            </a:r>
            <a:r>
              <a:rPr lang="en-US" sz="1300" dirty="0" err="1"/>
              <a:t>cout</a:t>
            </a:r>
            <a:r>
              <a:rPr lang="en-US" sz="1300" dirty="0"/>
              <a:t> &lt;&lt; "✅ Vehicle [" &lt;&lt; v-&gt;</a:t>
            </a:r>
            <a:r>
              <a:rPr lang="en-US" sz="1300" dirty="0" err="1"/>
              <a:t>getPlateNumber</a:t>
            </a:r>
            <a:r>
              <a:rPr lang="en-US" sz="1300" dirty="0"/>
              <a:t>() &lt;&lt; "] parked successfully.\n";</a:t>
            </a:r>
          </a:p>
          <a:p>
            <a:pPr marL="0" indent="0">
              <a:buNone/>
            </a:pPr>
            <a:r>
              <a:rPr lang="en-US" sz="1300" dirty="0"/>
              <a:t>            </a:t>
            </a:r>
            <a:r>
              <a:rPr lang="en-US" sz="1300" dirty="0" err="1"/>
              <a:t>cout</a:t>
            </a:r>
            <a:r>
              <a:rPr lang="en-US" sz="1300" dirty="0"/>
              <a:t> &lt;&lt; "Current Occupancy: " &lt;&lt; count+1 &lt;&lt; "/" &lt;&lt; capacity &lt;&lt; </a:t>
            </a:r>
            <a:r>
              <a:rPr lang="en-US" sz="1300" dirty="0" err="1"/>
              <a:t>endl</a:t>
            </a:r>
            <a:r>
              <a:rPr lang="en-US" sz="1300" dirty="0"/>
              <a:t>;</a:t>
            </a:r>
          </a:p>
          <a:p>
            <a:pPr marL="0" indent="0">
              <a:buNone/>
            </a:pPr>
            <a:r>
              <a:rPr lang="en-US" sz="1300" dirty="0"/>
              <a:t>            count++;</a:t>
            </a:r>
          </a:p>
          <a:p>
            <a:pPr marL="0" indent="0">
              <a:buNone/>
            </a:pPr>
            <a:r>
              <a:rPr lang="en-US" sz="1300" dirty="0"/>
              <a:t>        } else {</a:t>
            </a:r>
          </a:p>
          <a:p>
            <a:pPr marL="0" indent="0">
              <a:buNone/>
            </a:pPr>
            <a:r>
              <a:rPr lang="en-US" sz="1300" dirty="0"/>
              <a:t>            </a:t>
            </a:r>
            <a:r>
              <a:rPr lang="en-US" sz="1300" dirty="0" err="1"/>
              <a:t>cout</a:t>
            </a:r>
            <a:r>
              <a:rPr lang="en-US" sz="1300" dirty="0"/>
              <a:t> &lt;&lt; "❌ Parking lot is FULL! Cannot park vehicle [" &lt;&lt; v-&gt;</a:t>
            </a:r>
            <a:r>
              <a:rPr lang="en-US" sz="1300" dirty="0" err="1"/>
              <a:t>getPlateNumber</a:t>
            </a:r>
            <a:r>
              <a:rPr lang="en-US" sz="1300" dirty="0"/>
              <a:t>() &lt;&lt; "].\n";</a:t>
            </a:r>
          </a:p>
          <a:p>
            <a:pPr marL="0" indent="0">
              <a:buNone/>
            </a:pPr>
            <a:r>
              <a:rPr lang="en-US" sz="1300" dirty="0"/>
              <a:t>        }</a:t>
            </a:r>
          </a:p>
          <a:p>
            <a:pPr marL="0" indent="0">
              <a:buNone/>
            </a:pPr>
            <a:r>
              <a:rPr lang="en-US" sz="1300" dirty="0"/>
              <a:t>        </a:t>
            </a:r>
            <a:r>
              <a:rPr lang="en-US" sz="1300" dirty="0" err="1"/>
              <a:t>cout</a:t>
            </a:r>
            <a:r>
              <a:rPr lang="en-US" sz="1300" dirty="0"/>
              <a:t> &lt;&lt; "----------------------------------\n";</a:t>
            </a:r>
          </a:p>
          <a:p>
            <a:pPr marL="0" indent="0">
              <a:buNone/>
            </a:pPr>
            <a:r>
              <a:rPr lang="en-US" sz="1300" dirty="0"/>
              <a:t>    </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21</a:t>
            </a:fld>
            <a:endParaRPr lang="en-US" noProof="0" dirty="0"/>
          </a:p>
        </p:txBody>
      </p:sp>
      <p:pic>
        <p:nvPicPr>
          <p:cNvPr id="3074" name="Picture 2" descr="Parallel Park Car: Over 441 Royalty ..."/>
          <p:cNvPicPr>
            <a:picLocks noChangeAspect="1" noChangeArrowheads="1"/>
          </p:cNvPicPr>
          <p:nvPr/>
        </p:nvPicPr>
        <p:blipFill rotWithShape="1">
          <a:blip r:embed="rId2">
            <a:extLst>
              <a:ext uri="{28A0092B-C50C-407E-A947-70E740481C1C}">
                <a14:useLocalDpi xmlns:a14="http://schemas.microsoft.com/office/drawing/2010/main" val="0"/>
              </a:ext>
            </a:extLst>
          </a:blip>
          <a:srcRect l="-50" t="3809" b="12557"/>
          <a:stretch/>
        </p:blipFill>
        <p:spPr bwMode="auto">
          <a:xfrm>
            <a:off x="6000578" y="864003"/>
            <a:ext cx="5292262"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925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0822" y="670935"/>
            <a:ext cx="9252065" cy="5798127"/>
          </a:xfrm>
        </p:spPr>
        <p:txBody>
          <a:bodyPr>
            <a:normAutofit/>
          </a:bodyPr>
          <a:lstStyle/>
          <a:p>
            <a:pPr marL="0" indent="0">
              <a:buNone/>
            </a:pPr>
            <a:r>
              <a:rPr lang="en-US" sz="1300" dirty="0"/>
              <a:t>void </a:t>
            </a:r>
            <a:r>
              <a:rPr lang="en-US" sz="1300" dirty="0" err="1"/>
              <a:t>removeVehicle</a:t>
            </a:r>
            <a:r>
              <a:rPr lang="en-US" sz="1300" dirty="0"/>
              <a:t>(string plate, int hours) {</a:t>
            </a:r>
          </a:p>
          <a:p>
            <a:pPr marL="0" indent="0">
              <a:buNone/>
            </a:pPr>
            <a:r>
              <a:rPr lang="en-US" sz="1300" dirty="0"/>
              <a:t>        </a:t>
            </a:r>
            <a:r>
              <a:rPr lang="en-US" sz="1300" dirty="0" err="1"/>
              <a:t>cout</a:t>
            </a:r>
            <a:r>
              <a:rPr lang="en-US" sz="1300" dirty="0"/>
              <a:t> &lt;&lt; "\n----------------------------------\n";</a:t>
            </a:r>
          </a:p>
          <a:p>
            <a:pPr marL="0" indent="0">
              <a:buNone/>
            </a:pPr>
            <a:r>
              <a:rPr lang="en-US" sz="1300" dirty="0"/>
              <a:t>        </a:t>
            </a:r>
            <a:r>
              <a:rPr lang="en-US" sz="1300" dirty="0" err="1"/>
              <a:t>cout</a:t>
            </a:r>
            <a:r>
              <a:rPr lang="en-US" sz="1300" dirty="0"/>
              <a:t> &lt;&lt; "🚗 Attempting to remove vehicle...\n";</a:t>
            </a:r>
          </a:p>
          <a:p>
            <a:pPr marL="0" indent="0">
              <a:buNone/>
            </a:pPr>
            <a:r>
              <a:rPr lang="en-US" sz="1300" dirty="0"/>
              <a:t>        for (int </a:t>
            </a:r>
            <a:r>
              <a:rPr lang="en-US" sz="1300" dirty="0" err="1"/>
              <a:t>i</a:t>
            </a:r>
            <a:r>
              <a:rPr lang="en-US" sz="1300" dirty="0"/>
              <a:t> = 0; </a:t>
            </a:r>
            <a:r>
              <a:rPr lang="en-US" sz="1300" dirty="0" err="1"/>
              <a:t>i</a:t>
            </a:r>
            <a:r>
              <a:rPr lang="en-US" sz="1300" dirty="0"/>
              <a:t> &lt; count; </a:t>
            </a:r>
            <a:r>
              <a:rPr lang="en-US" sz="1300" dirty="0" err="1"/>
              <a:t>i</a:t>
            </a:r>
            <a:r>
              <a:rPr lang="en-US" sz="1300" dirty="0"/>
              <a:t>++) {</a:t>
            </a:r>
          </a:p>
          <a:p>
            <a:pPr marL="0" indent="0">
              <a:buNone/>
            </a:pPr>
            <a:r>
              <a:rPr lang="en-US" sz="1300" dirty="0"/>
              <a:t>            if (slots[</a:t>
            </a:r>
            <a:r>
              <a:rPr lang="en-US" sz="1300" dirty="0" err="1"/>
              <a:t>i</a:t>
            </a:r>
            <a:r>
              <a:rPr lang="en-US" sz="1300" dirty="0"/>
              <a:t>]-&gt;</a:t>
            </a:r>
            <a:r>
              <a:rPr lang="en-US" sz="1300" dirty="0" err="1"/>
              <a:t>getPlateNumber</a:t>
            </a:r>
            <a:r>
              <a:rPr lang="en-US" sz="1300" dirty="0"/>
              <a:t>() == plate) {</a:t>
            </a:r>
          </a:p>
          <a:p>
            <a:pPr marL="0" indent="0">
              <a:buNone/>
            </a:pPr>
            <a:r>
              <a:rPr lang="en-US" sz="1300" dirty="0"/>
              <a:t>                int fee = slots[</a:t>
            </a:r>
            <a:r>
              <a:rPr lang="en-US" sz="1300" dirty="0" err="1"/>
              <a:t>i</a:t>
            </a:r>
            <a:r>
              <a:rPr lang="en-US" sz="1300" dirty="0"/>
              <a:t>]-&gt;calculateFee(hours);</a:t>
            </a:r>
          </a:p>
          <a:p>
            <a:pPr marL="0" indent="0">
              <a:buNone/>
            </a:pPr>
            <a:r>
              <a:rPr lang="en-US" sz="1300" dirty="0"/>
              <a:t>                </a:t>
            </a:r>
            <a:r>
              <a:rPr lang="en-US" sz="1300" dirty="0" err="1"/>
              <a:t>cout</a:t>
            </a:r>
            <a:r>
              <a:rPr lang="en-US" sz="1300" dirty="0"/>
              <a:t> &lt;&lt; "✅ Vehicle [" &lt;&lt; plate &lt;&lt; "] removed successfully.\n";</a:t>
            </a:r>
          </a:p>
          <a:p>
            <a:pPr marL="0" indent="0">
              <a:buNone/>
            </a:pPr>
            <a:r>
              <a:rPr lang="en-US" sz="1300" dirty="0"/>
              <a:t>                </a:t>
            </a:r>
            <a:r>
              <a:rPr lang="en-US" sz="1300" dirty="0" err="1"/>
              <a:t>cout</a:t>
            </a:r>
            <a:r>
              <a:rPr lang="en-US" sz="1300" dirty="0"/>
              <a:t> &lt;&lt; "Parking Duration: " &lt;&lt; hours &lt;&lt; " hour(s)\n";</a:t>
            </a:r>
          </a:p>
          <a:p>
            <a:pPr marL="0" indent="0">
              <a:buNone/>
            </a:pPr>
            <a:r>
              <a:rPr lang="en-US" sz="1300" dirty="0"/>
              <a:t>                </a:t>
            </a:r>
            <a:r>
              <a:rPr lang="en-US" sz="1300" dirty="0" err="1"/>
              <a:t>cout</a:t>
            </a:r>
            <a:r>
              <a:rPr lang="en-US" sz="1300" dirty="0"/>
              <a:t> &lt;&lt; "Total Fee: </a:t>
            </a:r>
            <a:r>
              <a:rPr lang="en-US" sz="1300" dirty="0" err="1"/>
              <a:t>Rs</a:t>
            </a:r>
            <a:r>
              <a:rPr lang="en-US" sz="1300" dirty="0"/>
              <a:t>." &lt;&lt; fee &lt;&lt; </a:t>
            </a:r>
            <a:r>
              <a:rPr lang="en-US" sz="1300" dirty="0" err="1"/>
              <a:t>endl</a:t>
            </a:r>
            <a:r>
              <a:rPr lang="en-US" sz="1300" dirty="0"/>
              <a:t>;</a:t>
            </a:r>
          </a:p>
          <a:p>
            <a:pPr marL="0" indent="0">
              <a:buNone/>
            </a:pPr>
            <a:endParaRPr lang="en-US" sz="1300" dirty="0"/>
          </a:p>
          <a:p>
            <a:pPr marL="0" indent="0">
              <a:buNone/>
            </a:pPr>
            <a:r>
              <a:rPr lang="en-US" sz="1300" dirty="0"/>
              <a:t>                // shift remaining vehicles forward</a:t>
            </a:r>
          </a:p>
          <a:p>
            <a:pPr marL="0" indent="0">
              <a:buNone/>
            </a:pPr>
            <a:r>
              <a:rPr lang="en-US" sz="1300" dirty="0"/>
              <a:t>                for (int j = </a:t>
            </a:r>
            <a:r>
              <a:rPr lang="en-US" sz="1300" dirty="0" err="1"/>
              <a:t>i</a:t>
            </a:r>
            <a:r>
              <a:rPr lang="en-US" sz="1300" dirty="0"/>
              <a:t>; j &lt; count - 1; j++) {</a:t>
            </a:r>
          </a:p>
          <a:p>
            <a:pPr marL="0" indent="0">
              <a:buNone/>
            </a:pPr>
            <a:r>
              <a:rPr lang="en-US" sz="1300" dirty="0"/>
              <a:t>                    slots[j] = slots[j + 1];</a:t>
            </a:r>
          </a:p>
          <a:p>
            <a:pPr marL="0" indent="0">
              <a:buNone/>
            </a:pPr>
            <a:r>
              <a:rPr lang="en-US" sz="1300" dirty="0"/>
              <a:t>                }</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22</a:t>
            </a:fld>
            <a:endParaRPr lang="en-US" noProof="0" dirty="0"/>
          </a:p>
        </p:txBody>
      </p:sp>
      <p:pic>
        <p:nvPicPr>
          <p:cNvPr id="4100" name="Picture 4" descr="A-Z Guide: Car Parking App Developmen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5238" y="1552575"/>
            <a:ext cx="4448175" cy="444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5775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516" y="332509"/>
            <a:ext cx="9966960" cy="6259483"/>
          </a:xfrm>
        </p:spPr>
        <p:txBody>
          <a:bodyPr>
            <a:noAutofit/>
          </a:bodyPr>
          <a:lstStyle/>
          <a:p>
            <a:pPr marL="0" indent="0">
              <a:buNone/>
            </a:pPr>
            <a:r>
              <a:rPr lang="en-US" sz="1300" dirty="0"/>
              <a:t> count--;</a:t>
            </a:r>
          </a:p>
          <a:p>
            <a:pPr marL="0" indent="0">
              <a:buNone/>
            </a:pPr>
            <a:r>
              <a:rPr lang="en-US" sz="1300" dirty="0"/>
              <a:t>                </a:t>
            </a:r>
            <a:r>
              <a:rPr lang="en-US" sz="1300" dirty="0" err="1"/>
              <a:t>cout</a:t>
            </a:r>
            <a:r>
              <a:rPr lang="en-US" sz="1300" dirty="0"/>
              <a:t> &lt;&lt; "Current Occupancy: " &lt;&lt; count &lt;&lt; "/" &lt;&lt; capacity &lt;&lt; </a:t>
            </a:r>
            <a:r>
              <a:rPr lang="en-US" sz="1300" dirty="0" err="1"/>
              <a:t>endl</a:t>
            </a:r>
            <a:r>
              <a:rPr lang="en-US" sz="1300" dirty="0"/>
              <a:t>;</a:t>
            </a:r>
          </a:p>
          <a:p>
            <a:pPr marL="0" indent="0">
              <a:buNone/>
            </a:pPr>
            <a:r>
              <a:rPr lang="en-US" sz="1300" dirty="0"/>
              <a:t>                </a:t>
            </a:r>
            <a:r>
              <a:rPr lang="en-US" sz="1300" dirty="0" err="1"/>
              <a:t>cout</a:t>
            </a:r>
            <a:r>
              <a:rPr lang="en-US" sz="1300" dirty="0"/>
              <a:t> &lt;&lt; "----------------------------------\n";</a:t>
            </a:r>
          </a:p>
          <a:p>
            <a:pPr marL="0" indent="0">
              <a:buNone/>
            </a:pPr>
            <a:r>
              <a:rPr lang="en-US" sz="1300" dirty="0"/>
              <a:t>                return;</a:t>
            </a:r>
          </a:p>
          <a:p>
            <a:pPr marL="0" indent="0">
              <a:buNone/>
            </a:pPr>
            <a:r>
              <a:rPr lang="en-US" sz="1300" dirty="0"/>
              <a:t>            }</a:t>
            </a:r>
          </a:p>
          <a:p>
            <a:pPr marL="0" indent="0">
              <a:buNone/>
            </a:pPr>
            <a:r>
              <a:rPr lang="en-US" sz="1300" dirty="0"/>
              <a:t>        }</a:t>
            </a:r>
          </a:p>
          <a:p>
            <a:pPr marL="0" indent="0">
              <a:buNone/>
            </a:pPr>
            <a:r>
              <a:rPr lang="en-US" sz="1300" dirty="0"/>
              <a:t>        </a:t>
            </a:r>
            <a:r>
              <a:rPr lang="en-US" sz="1300" dirty="0" err="1"/>
              <a:t>cout</a:t>
            </a:r>
            <a:r>
              <a:rPr lang="en-US" sz="1300" dirty="0"/>
              <a:t> &lt;&lt; "❌ Vehicle [" &lt;&lt; plate &lt;&lt; "] not found in parking lot.\n";</a:t>
            </a:r>
          </a:p>
          <a:p>
            <a:pPr marL="0" indent="0">
              <a:buNone/>
            </a:pPr>
            <a:r>
              <a:rPr lang="en-US" sz="1300" dirty="0"/>
              <a:t>        </a:t>
            </a:r>
            <a:r>
              <a:rPr lang="en-US" sz="1300" dirty="0" err="1"/>
              <a:t>cout</a:t>
            </a:r>
            <a:r>
              <a:rPr lang="en-US" sz="1300" dirty="0"/>
              <a:t> &lt;&lt; "----------------------------------\n";</a:t>
            </a:r>
          </a:p>
          <a:p>
            <a:pPr marL="0" indent="0">
              <a:buNone/>
            </a:pPr>
            <a:r>
              <a:rPr lang="en-US" sz="1300" dirty="0"/>
              <a:t>    }</a:t>
            </a:r>
          </a:p>
          <a:p>
            <a:pPr marL="0" indent="0">
              <a:buNone/>
            </a:pPr>
            <a:endParaRPr lang="en-US" sz="1300" dirty="0"/>
          </a:p>
          <a:p>
            <a:pPr marL="0" indent="0">
              <a:buNone/>
            </a:pPr>
            <a:r>
              <a:rPr lang="en-US" sz="1300" dirty="0"/>
              <a:t>    void displayStatus() {</a:t>
            </a:r>
          </a:p>
          <a:p>
            <a:pPr marL="0" indent="0">
              <a:buNone/>
            </a:pPr>
            <a:r>
              <a:rPr lang="en-US" sz="1300" dirty="0"/>
              <a:t>        </a:t>
            </a:r>
            <a:r>
              <a:rPr lang="en-US" sz="1300" dirty="0" err="1"/>
              <a:t>cout</a:t>
            </a:r>
            <a:r>
              <a:rPr lang="en-US" sz="1300" dirty="0"/>
              <a:t> &lt;&lt; "\n========== Parking Lot Status ==========\n";</a:t>
            </a:r>
          </a:p>
          <a:p>
            <a:pPr marL="0" indent="0">
              <a:buNone/>
            </a:pPr>
            <a:r>
              <a:rPr lang="en-US" sz="1300" dirty="0"/>
              <a:t>        </a:t>
            </a:r>
            <a:r>
              <a:rPr lang="en-US" sz="1300" dirty="0" err="1"/>
              <a:t>cout</a:t>
            </a:r>
            <a:r>
              <a:rPr lang="en-US" sz="1300" dirty="0"/>
              <a:t> &lt;&lt; "Capacity: " &lt;&lt; capacity &lt;&lt; " | Occupied: " &lt;&lt; count &lt;&lt; " | Free Slots: " &lt;&lt; capacity - count &lt;&lt; </a:t>
            </a:r>
            <a:r>
              <a:rPr lang="en-US" sz="1300" dirty="0" err="1"/>
              <a:t>endl</a:t>
            </a:r>
            <a:r>
              <a:rPr lang="en-US" sz="1300" dirty="0"/>
              <a:t>;</a:t>
            </a:r>
          </a:p>
          <a:p>
            <a:pPr marL="0" indent="0">
              <a:buNone/>
            </a:pPr>
            <a:r>
              <a:rPr lang="en-US" sz="1300" dirty="0"/>
              <a:t>        if (count == 0) {</a:t>
            </a:r>
          </a:p>
          <a:p>
            <a:pPr marL="0" indent="0">
              <a:buNone/>
            </a:pPr>
            <a:r>
              <a:rPr lang="en-US" sz="1300" dirty="0"/>
              <a:t>            </a:t>
            </a:r>
            <a:r>
              <a:rPr lang="en-US" sz="1300" dirty="0" err="1"/>
              <a:t>cout</a:t>
            </a:r>
            <a:r>
              <a:rPr lang="en-US" sz="1300" dirty="0"/>
              <a:t> &lt;&lt; "No vehicles currently parked.\n";</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23</a:t>
            </a:fld>
            <a:endParaRPr lang="en-US" noProof="0" dirty="0"/>
          </a:p>
        </p:txBody>
      </p:sp>
      <p:pic>
        <p:nvPicPr>
          <p:cNvPr id="6146" name="Picture 2" descr="Parking lot isometric illust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5449" y="1413509"/>
            <a:ext cx="4144519" cy="345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9617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011" y="490450"/>
            <a:ext cx="9458221" cy="5889192"/>
          </a:xfrm>
        </p:spPr>
        <p:txBody>
          <a:bodyPr>
            <a:normAutofit/>
          </a:bodyPr>
          <a:lstStyle/>
          <a:p>
            <a:pPr marL="0" indent="0">
              <a:buNone/>
            </a:pPr>
            <a:r>
              <a:rPr lang="en-US" sz="1300" dirty="0"/>
              <a:t> for (int </a:t>
            </a:r>
            <a:r>
              <a:rPr lang="en-US" sz="1300" dirty="0" err="1"/>
              <a:t>i</a:t>
            </a:r>
            <a:r>
              <a:rPr lang="en-US" sz="1300" dirty="0"/>
              <a:t> = 0; </a:t>
            </a:r>
            <a:r>
              <a:rPr lang="en-US" sz="1300" dirty="0" err="1"/>
              <a:t>i</a:t>
            </a:r>
            <a:r>
              <a:rPr lang="en-US" sz="1300" dirty="0"/>
              <a:t> &lt; count; </a:t>
            </a:r>
            <a:r>
              <a:rPr lang="en-US" sz="1300" dirty="0" err="1"/>
              <a:t>i</a:t>
            </a:r>
            <a:r>
              <a:rPr lang="en-US" sz="1300" dirty="0"/>
              <a:t>++) {</a:t>
            </a:r>
          </a:p>
          <a:p>
            <a:pPr marL="0" indent="0">
              <a:buNone/>
            </a:pPr>
            <a:r>
              <a:rPr lang="en-US" sz="1300" dirty="0"/>
              <a:t>                </a:t>
            </a:r>
            <a:r>
              <a:rPr lang="en-US" sz="1300" dirty="0" err="1"/>
              <a:t>cout</a:t>
            </a:r>
            <a:r>
              <a:rPr lang="en-US" sz="1300" dirty="0"/>
              <a:t> &lt;&lt; " - Slot " &lt;&lt; i+1 &lt;&lt; ": " &lt;&lt; slots[</a:t>
            </a:r>
            <a:r>
              <a:rPr lang="en-US" sz="1300" dirty="0" err="1"/>
              <a:t>i</a:t>
            </a:r>
            <a:r>
              <a:rPr lang="en-US" sz="1300" dirty="0"/>
              <a:t>]-&gt;</a:t>
            </a:r>
            <a:r>
              <a:rPr lang="en-US" sz="1300" dirty="0" err="1"/>
              <a:t>getPlateNumber</a:t>
            </a:r>
            <a:r>
              <a:rPr lang="en-US" sz="1300" dirty="0"/>
              <a:t>() &lt;&lt; </a:t>
            </a:r>
            <a:r>
              <a:rPr lang="en-US" sz="1300" dirty="0" err="1"/>
              <a:t>endl</a:t>
            </a:r>
            <a:r>
              <a:rPr lang="en-US" sz="1300" dirty="0"/>
              <a:t>;</a:t>
            </a:r>
          </a:p>
          <a:p>
            <a:pPr marL="0" indent="0">
              <a:buNone/>
            </a:pPr>
            <a:r>
              <a:rPr lang="en-US" sz="1300" dirty="0"/>
              <a:t>            }</a:t>
            </a:r>
          </a:p>
          <a:p>
            <a:pPr marL="0" indent="0">
              <a:buNone/>
            </a:pPr>
            <a:r>
              <a:rPr lang="en-US" sz="1300" dirty="0"/>
              <a:t>        }</a:t>
            </a:r>
          </a:p>
          <a:p>
            <a:pPr marL="0" indent="0">
              <a:buNone/>
            </a:pPr>
            <a:r>
              <a:rPr lang="en-US" sz="1300" dirty="0"/>
              <a:t>        </a:t>
            </a:r>
            <a:r>
              <a:rPr lang="en-US" sz="1300" dirty="0" err="1"/>
              <a:t>cout</a:t>
            </a:r>
            <a:r>
              <a:rPr lang="en-US" sz="1300" dirty="0"/>
              <a:t> &lt;&lt; "========================================\n";</a:t>
            </a:r>
          </a:p>
          <a:p>
            <a:pPr marL="0" indent="0">
              <a:buNone/>
            </a:pPr>
            <a:r>
              <a:rPr lang="en-US" sz="1300" dirty="0"/>
              <a:t>    }</a:t>
            </a:r>
          </a:p>
          <a:p>
            <a:pPr marL="0" indent="0">
              <a:buNone/>
            </a:pPr>
            <a:r>
              <a:rPr lang="en-US" sz="1300" dirty="0"/>
              <a:t>};</a:t>
            </a:r>
          </a:p>
          <a:p>
            <a:pPr marL="0" indent="0">
              <a:buNone/>
            </a:pPr>
            <a:endParaRPr lang="en-US" sz="1300" dirty="0"/>
          </a:p>
          <a:p>
            <a:pPr marL="0" indent="0">
              <a:buNone/>
            </a:pPr>
            <a:r>
              <a:rPr lang="en-US" sz="1300" dirty="0"/>
              <a:t>// Main function</a:t>
            </a:r>
          </a:p>
          <a:p>
            <a:pPr marL="0" indent="0">
              <a:buNone/>
            </a:pPr>
            <a:r>
              <a:rPr lang="en-US" sz="1300" dirty="0"/>
              <a:t>int main() {</a:t>
            </a:r>
          </a:p>
          <a:p>
            <a:pPr marL="0" indent="0">
              <a:buNone/>
            </a:pPr>
            <a:r>
              <a:rPr lang="en-US" sz="1300" dirty="0"/>
              <a:t>    </a:t>
            </a:r>
            <a:r>
              <a:rPr lang="en-US" sz="1300" dirty="0" err="1"/>
              <a:t>cout</a:t>
            </a:r>
            <a:r>
              <a:rPr lang="en-US" sz="1300" dirty="0"/>
              <a:t> &lt;&lt; "========================================\n";</a:t>
            </a:r>
          </a:p>
          <a:p>
            <a:pPr marL="0" indent="0">
              <a:buNone/>
            </a:pPr>
            <a:r>
              <a:rPr lang="en-US" sz="1300" dirty="0"/>
              <a:t>    </a:t>
            </a:r>
            <a:r>
              <a:rPr lang="en-US" sz="1300" dirty="0" err="1"/>
              <a:t>cout</a:t>
            </a:r>
            <a:r>
              <a:rPr lang="en-US" sz="1300" dirty="0"/>
              <a:t> &lt;&lt; "🚘 Welcome to Car Parking Lot System 🚘\n";</a:t>
            </a:r>
          </a:p>
          <a:p>
            <a:pPr marL="0" indent="0">
              <a:buNone/>
            </a:pPr>
            <a:r>
              <a:rPr lang="en-US" sz="1300" dirty="0"/>
              <a:t>    </a:t>
            </a:r>
            <a:r>
              <a:rPr lang="en-US" sz="1300" dirty="0" err="1"/>
              <a:t>cout</a:t>
            </a:r>
            <a:r>
              <a:rPr lang="en-US" sz="1300" dirty="0"/>
              <a:t> &lt;&lt; "========================================\n";</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24</a:t>
            </a:fld>
            <a:endParaRPr lang="en-US" noProof="0" dirty="0"/>
          </a:p>
        </p:txBody>
      </p:sp>
      <p:pic>
        <p:nvPicPr>
          <p:cNvPr id="5122" name="Picture 2" descr="Parking Lot Stock Illustration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8275" y="1524000"/>
            <a:ext cx="4350817" cy="4350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790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8393" y="556953"/>
            <a:ext cx="9208839" cy="5814377"/>
          </a:xfrm>
        </p:spPr>
        <p:txBody>
          <a:bodyPr>
            <a:normAutofit/>
          </a:bodyPr>
          <a:lstStyle/>
          <a:p>
            <a:pPr marL="0" indent="0">
              <a:buNone/>
            </a:pPr>
            <a:r>
              <a:rPr lang="en-US" sz="1300" dirty="0"/>
              <a:t> Car c1("BMW M5 F90-360");</a:t>
            </a:r>
          </a:p>
          <a:p>
            <a:pPr marL="0" indent="0">
              <a:buNone/>
            </a:pPr>
            <a:r>
              <a:rPr lang="en-US" sz="1300" dirty="0"/>
              <a:t>    Car c2("Corvette C8-45");</a:t>
            </a:r>
          </a:p>
          <a:p>
            <a:pPr marL="0" indent="0">
              <a:buNone/>
            </a:pPr>
            <a:r>
              <a:rPr lang="en-US" sz="1300" dirty="0"/>
              <a:t>    Car c3("AUDI RS6-320");</a:t>
            </a:r>
          </a:p>
          <a:p>
            <a:pPr marL="0" indent="0">
              <a:buNone/>
            </a:pPr>
            <a:endParaRPr lang="en-US" sz="1300" dirty="0"/>
          </a:p>
          <a:p>
            <a:pPr marL="0" indent="0">
              <a:buNone/>
            </a:pPr>
            <a:r>
              <a:rPr lang="en-US" sz="1300" dirty="0"/>
              <a:t>    lot.parkVehicle(&amp;c1);</a:t>
            </a:r>
          </a:p>
          <a:p>
            <a:pPr marL="0" indent="0">
              <a:buNone/>
            </a:pPr>
            <a:r>
              <a:rPr lang="en-US" sz="1300" dirty="0"/>
              <a:t>    lot.parkVehicle(&amp;c2);</a:t>
            </a:r>
          </a:p>
          <a:p>
            <a:pPr marL="0" indent="0">
              <a:buNone/>
            </a:pPr>
            <a:r>
              <a:rPr lang="en-US" sz="1300" dirty="0"/>
              <a:t>    lot.parkVehicle(&amp;c3);</a:t>
            </a:r>
          </a:p>
          <a:p>
            <a:pPr marL="0" indent="0">
              <a:buNone/>
            </a:pPr>
            <a:endParaRPr lang="en-US" sz="1300" dirty="0"/>
          </a:p>
          <a:p>
            <a:pPr marL="0" indent="0">
              <a:buNone/>
            </a:pPr>
            <a:r>
              <a:rPr lang="en-US" sz="1300" dirty="0"/>
              <a:t>    lot.displayStatus();</a:t>
            </a:r>
          </a:p>
          <a:p>
            <a:pPr marL="0" indent="0">
              <a:buNone/>
            </a:pPr>
            <a:endParaRPr lang="en-US" sz="1300" dirty="0"/>
          </a:p>
          <a:p>
            <a:pPr marL="0" indent="0">
              <a:buNone/>
            </a:pPr>
            <a:r>
              <a:rPr lang="en-US" sz="1300" dirty="0"/>
              <a:t>    </a:t>
            </a:r>
            <a:r>
              <a:rPr lang="en-US" sz="1300" dirty="0" err="1"/>
              <a:t>cout</a:t>
            </a:r>
            <a:r>
              <a:rPr lang="en-US" sz="1300" dirty="0"/>
              <a:t> &lt;&lt; "\n&gt;&gt;&gt; Removing vehicle AUDI RS6  after 2 hours...\n";</a:t>
            </a:r>
          </a:p>
          <a:p>
            <a:pPr marL="0" indent="0">
              <a:buNone/>
            </a:pPr>
            <a:r>
              <a:rPr lang="en-US" sz="1300" dirty="0"/>
              <a:t>    </a:t>
            </a:r>
            <a:r>
              <a:rPr lang="en-US" sz="1300" dirty="0" err="1"/>
              <a:t>lot.removeVehicle</a:t>
            </a:r>
            <a:r>
              <a:rPr lang="en-US" sz="1300" dirty="0"/>
              <a:t>("AUDI RS6-320", 2);</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25</a:t>
            </a:fld>
            <a:endParaRPr lang="en-US" noProof="0" dirty="0"/>
          </a:p>
        </p:txBody>
      </p:sp>
      <p:pic>
        <p:nvPicPr>
          <p:cNvPr id="7170" name="Picture 2" descr="Parking Lot Background PNG Transparen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2550" y="1400175"/>
            <a:ext cx="3743325"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12094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0204" y="1180408"/>
            <a:ext cx="9142337" cy="3250276"/>
          </a:xfrm>
        </p:spPr>
        <p:txBody>
          <a:bodyPr>
            <a:normAutofit/>
          </a:bodyPr>
          <a:lstStyle/>
          <a:p>
            <a:pPr marL="0" indent="0">
              <a:buNone/>
            </a:pPr>
            <a:endParaRPr lang="en-US" sz="1400" dirty="0"/>
          </a:p>
          <a:p>
            <a:pPr marL="0" indent="0">
              <a:buNone/>
            </a:pPr>
            <a:r>
              <a:rPr lang="en-US" sz="1400" dirty="0"/>
              <a:t>    lot.displayStatus();</a:t>
            </a:r>
          </a:p>
          <a:p>
            <a:pPr marL="0" indent="0">
              <a:buNone/>
            </a:pPr>
            <a:endParaRPr lang="en-US" sz="1400" dirty="0"/>
          </a:p>
          <a:p>
            <a:pPr marL="0" indent="0">
              <a:buNone/>
            </a:pPr>
            <a:r>
              <a:rPr lang="en-US" sz="1400" dirty="0"/>
              <a:t>    </a:t>
            </a:r>
            <a:r>
              <a:rPr lang="en-US" sz="1400" dirty="0" err="1"/>
              <a:t>cout</a:t>
            </a:r>
            <a:r>
              <a:rPr lang="en-US" sz="1400" dirty="0"/>
              <a:t> &lt;&lt; "\n✅ Program finished successfully.\n";</a:t>
            </a:r>
          </a:p>
          <a:p>
            <a:pPr marL="0" indent="0">
              <a:buNone/>
            </a:pPr>
            <a:r>
              <a:rPr lang="en-US" sz="1400" dirty="0"/>
              <a:t>    </a:t>
            </a:r>
            <a:r>
              <a:rPr lang="en-US" sz="1400" dirty="0" err="1"/>
              <a:t>cout</a:t>
            </a:r>
            <a:r>
              <a:rPr lang="en-US" sz="1400" dirty="0"/>
              <a:t> &lt;&lt; "========================================\n";</a:t>
            </a:r>
          </a:p>
          <a:p>
            <a:pPr marL="0" indent="0">
              <a:buNone/>
            </a:pPr>
            <a:r>
              <a:rPr lang="en-US" sz="1400" dirty="0"/>
              <a:t>    return 0;</a:t>
            </a:r>
          </a:p>
          <a:p>
            <a:pPr marL="0" indent="0">
              <a:buNone/>
            </a:pPr>
            <a:r>
              <a:rPr lang="en-US" sz="1400" dirty="0"/>
              <a:t>}</a:t>
            </a:r>
          </a:p>
        </p:txBody>
      </p:sp>
      <p:sp>
        <p:nvSpPr>
          <p:cNvPr id="4" name="Slide Number Placeholder 3"/>
          <p:cNvSpPr>
            <a:spLocks noGrp="1"/>
          </p:cNvSpPr>
          <p:nvPr>
            <p:ph type="sldNum" sz="quarter" idx="12"/>
          </p:nvPr>
        </p:nvSpPr>
        <p:spPr/>
        <p:txBody>
          <a:bodyPr>
            <a:normAutofit lnSpcReduction="10000"/>
          </a:bodyPr>
          <a:lstStyle/>
          <a:p>
            <a:pPr algn="ctr"/>
            <a:fld id="{B67B645E-C5E5-4727-B977-D372A0AA71D9}" type="slidenum">
              <a:rPr lang="en-US" noProof="0" smtClean="0"/>
              <a:pPr algn="ctr"/>
              <a:t>26</a:t>
            </a:fld>
            <a:endParaRPr lang="en-US" noProof="0" dirty="0"/>
          </a:p>
        </p:txBody>
      </p:sp>
      <p:pic>
        <p:nvPicPr>
          <p:cNvPr id="8194" name="Picture 2" descr="Parking Lot Clipart Images | Fre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474" y="1628774"/>
            <a:ext cx="3705225"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2104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F9513B8E-BE7A-486A-9F5A-9FEE77C9ED27}"/>
              </a:ext>
            </a:extLst>
          </p:cNvPr>
          <p:cNvSpPr>
            <a:spLocks noGrp="1"/>
          </p:cNvSpPr>
          <p:nvPr>
            <p:ph idx="13"/>
          </p:nvPr>
        </p:nvSpPr>
        <p:spPr>
          <a:xfrm>
            <a:off x="456939" y="3325237"/>
            <a:ext cx="4444800" cy="2728844"/>
          </a:xfrm>
        </p:spPr>
        <p:txBody>
          <a:bodyPr>
            <a:normAutofit/>
          </a:bodyPr>
          <a:lstStyle/>
          <a:p>
            <a:pPr marL="0" indent="0" algn="ctr">
              <a:buNone/>
            </a:pPr>
            <a:r>
              <a:rPr lang="en-US" dirty="0"/>
              <a:t>The future of parking management lies in automation and smart technology.</a:t>
            </a:r>
            <a:br>
              <a:rPr lang="en-US" dirty="0"/>
            </a:br>
            <a:r>
              <a:rPr lang="en-US" dirty="0"/>
              <a:t>Potential enhancements include mobile app integration, real-time availability updates, and advanced fee calculation systems to improve user experience and operational efficiency.</a:t>
            </a:r>
          </a:p>
        </p:txBody>
      </p:sp>
      <p:sp>
        <p:nvSpPr>
          <p:cNvPr id="2" name="Slide Number Placeholder 1">
            <a:extLst>
              <a:ext uri="{FF2B5EF4-FFF2-40B4-BE49-F238E27FC236}">
                <a16:creationId xmlns:a16="http://schemas.microsoft.com/office/drawing/2014/main" xmlns="" id="{28DBCB88-247D-49E4-8FCA-2BC56F1AE0E0}"/>
              </a:ext>
            </a:extLst>
          </p:cNvPr>
          <p:cNvSpPr>
            <a:spLocks noGrp="1"/>
          </p:cNvSpPr>
          <p:nvPr>
            <p:ph type="sldNum" sz="quarter" idx="15"/>
          </p:nvPr>
        </p:nvSpPr>
        <p:spPr/>
        <p:txBody>
          <a:bodyPr>
            <a:normAutofit lnSpcReduction="10000"/>
          </a:bodyPr>
          <a:lstStyle/>
          <a:p>
            <a:fld id="{B67B645E-C5E5-4727-B977-D372A0AA71D9}" type="slidenum">
              <a:rPr lang="en-US" smtClean="0"/>
              <a:pPr/>
              <a:t>27</a:t>
            </a:fld>
            <a:endParaRPr lang="en-US" dirty="0"/>
          </a:p>
        </p:txBody>
      </p:sp>
      <p:pic>
        <p:nvPicPr>
          <p:cNvPr id="11" name="Picture Placeholder 10" descr="Stethoscope ">
            <a:extLst>
              <a:ext uri="{FF2B5EF4-FFF2-40B4-BE49-F238E27FC236}">
                <a16:creationId xmlns:a16="http://schemas.microsoft.com/office/drawing/2014/main" xmlns="" id="{70AAE794-2F38-416E-B928-BB5474A812D7}"/>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22" r="22"/>
          <a:stretch>
            <a:fillRect/>
          </a:stretch>
        </p:blipFill>
        <p:spPr/>
      </p:pic>
      <p:sp>
        <p:nvSpPr>
          <p:cNvPr id="3" name="Title 2">
            <a:extLst>
              <a:ext uri="{FF2B5EF4-FFF2-40B4-BE49-F238E27FC236}">
                <a16:creationId xmlns:a16="http://schemas.microsoft.com/office/drawing/2014/main" xmlns="" id="{DF5E3BD5-1051-4A50-9F18-DFC536C0E08E}"/>
              </a:ext>
            </a:extLst>
          </p:cNvPr>
          <p:cNvSpPr>
            <a:spLocks noGrp="1"/>
          </p:cNvSpPr>
          <p:nvPr>
            <p:ph type="ctrTitle"/>
          </p:nvPr>
        </p:nvSpPr>
        <p:spPr bwMode="gray">
          <a:xfrm>
            <a:off x="7365077" y="3674372"/>
            <a:ext cx="4108232" cy="720000"/>
          </a:xfrm>
        </p:spPr>
        <p:txBody>
          <a:bodyPr>
            <a:normAutofit fontScale="90000"/>
          </a:bodyPr>
          <a:lstStyle/>
          <a:p>
            <a:r>
              <a:rPr lang="en-US" b="1" dirty="0" smtClean="0"/>
              <a:t>Conclusion and Future Enhancement    </a:t>
            </a:r>
            <a:endParaRPr lang="en-US" b="1" dirty="0"/>
          </a:p>
        </p:txBody>
      </p:sp>
    </p:spTree>
    <p:extLst>
      <p:ext uri="{BB962C8B-B14F-4D97-AF65-F5344CB8AC3E}">
        <p14:creationId xmlns:p14="http://schemas.microsoft.com/office/powerpoint/2010/main" val="31902456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D2DDABB1-5E6B-4365-AD9E-DDCE7E972742}"/>
              </a:ext>
            </a:extLst>
          </p:cNvPr>
          <p:cNvSpPr>
            <a:spLocks noGrp="1"/>
          </p:cNvSpPr>
          <p:nvPr>
            <p:ph type="title"/>
          </p:nvPr>
        </p:nvSpPr>
        <p:spPr bwMode="ltGray">
          <a:xfrm>
            <a:off x="6776207" y="2216205"/>
            <a:ext cx="4793714" cy="2078699"/>
          </a:xfrm>
        </p:spPr>
        <p:txBody>
          <a:bodyPr/>
          <a:lstStyle/>
          <a:p>
            <a:pPr algn="ctr"/>
            <a:r>
              <a:rPr lang="en-US" dirty="0"/>
              <a:t>Thank You</a:t>
            </a:r>
          </a:p>
        </p:txBody>
      </p:sp>
      <p:sp>
        <p:nvSpPr>
          <p:cNvPr id="19" name="Slide Number Placeholder 18">
            <a:extLst>
              <a:ext uri="{FF2B5EF4-FFF2-40B4-BE49-F238E27FC236}">
                <a16:creationId xmlns:a16="http://schemas.microsoft.com/office/drawing/2014/main" xmlns="" id="{719DF40F-7D18-4AEB-B04C-9870555D297B}"/>
              </a:ext>
            </a:extLst>
          </p:cNvPr>
          <p:cNvSpPr>
            <a:spLocks noGrp="1"/>
          </p:cNvSpPr>
          <p:nvPr>
            <p:ph type="sldNum" sz="quarter" idx="11"/>
          </p:nvPr>
        </p:nvSpPr>
        <p:spPr/>
        <p:txBody>
          <a:bodyPr>
            <a:normAutofit lnSpcReduction="10000"/>
          </a:bodyPr>
          <a:lstStyle/>
          <a:p>
            <a:fld id="{B67B645E-C5E5-4727-B977-D372A0AA71D9}" type="slidenum">
              <a:rPr lang="en-US" smtClean="0"/>
              <a:pPr/>
              <a:t>28</a:t>
            </a:fld>
            <a:endParaRPr lang="en-US" dirty="0"/>
          </a:p>
        </p:txBody>
      </p:sp>
    </p:spTree>
    <p:extLst>
      <p:ext uri="{BB962C8B-B14F-4D97-AF65-F5344CB8AC3E}">
        <p14:creationId xmlns:p14="http://schemas.microsoft.com/office/powerpoint/2010/main" val="3113318487"/>
      </p:ext>
    </p:extLst>
  </p:cSld>
  <p:clrMapOvr>
    <a:masterClrMapping/>
  </p:clrMapOvr>
  <p:timing>
    <p:tnLst>
      <p:par>
        <p:cTn id="1" dur="indefinite" restart="never" nodeType="tmRoot"/>
      </p:par>
    </p:tnLst>
  </p:timing>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F3B9686E-60BB-426D-9902-B37A45317C63}">
  <ds:schemaRefs>
    <ds:schemaRef ds:uri="http://schemas.microsoft.com/sharepoint/v3/contenttype/forms"/>
  </ds:schemaRefs>
</ds:datastoreItem>
</file>

<file path=customXml/itemProps2.xml><?xml version="1.0" encoding="utf-8"?>
<ds:datastoreItem xmlns:ds="http://schemas.openxmlformats.org/officeDocument/2006/customXml" ds:itemID="{D4342EA1-02DE-432C-B535-038F595FE8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78E46C-0F2F-4D8F-8685-D890AF38A480}">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TM03457515[[fn=View]]</Template>
  <TotalTime>0</TotalTime>
  <Words>2119</Words>
  <Application>Microsoft Office PowerPoint</Application>
  <PresentationFormat>Widescreen</PresentationFormat>
  <Paragraphs>323</Paragraphs>
  <Slides>28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 Unicode MS</vt:lpstr>
      <vt:lpstr>Arial</vt:lpstr>
      <vt:lpstr>Arial Black</vt:lpstr>
      <vt:lpstr>Calibri</vt:lpstr>
      <vt:lpstr>Century Schoolbook</vt:lpstr>
      <vt:lpstr>Times New Roman</vt:lpstr>
      <vt:lpstr>Wingdings 2</vt:lpstr>
      <vt:lpstr>View</vt:lpstr>
      <vt:lpstr>Car parking lot Management  system </vt:lpstr>
      <vt:lpstr>Introduction </vt:lpstr>
      <vt:lpstr>Overview </vt:lpstr>
      <vt:lpstr>Core Concept in Project</vt:lpstr>
      <vt:lpstr>What is abstract class?</vt:lpstr>
      <vt:lpstr>Inheritance</vt:lpstr>
      <vt:lpstr>Polymorphism </vt:lpstr>
      <vt:lpstr>Pure Virtual Function </vt:lpstr>
      <vt:lpstr>Encapsulation</vt:lpstr>
      <vt:lpstr>Special Keywords</vt:lpstr>
      <vt:lpstr>What is pointer?</vt:lpstr>
      <vt:lpstr>What is &amp; in C++</vt:lpstr>
      <vt:lpstr>Parking Lot Class Structure </vt:lpstr>
      <vt:lpstr>Override</vt:lpstr>
      <vt:lpstr>Parking Vehicles:                               Process Overview</vt:lpstr>
      <vt:lpstr>Method in Parking lot Class</vt:lpstr>
      <vt:lpstr>Removing Vehicles:                                  Process Overview</vt:lpstr>
      <vt:lpstr>Displaying Parking Lot status</vt:lpstr>
      <vt:lpstr>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and Future Enhancement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2025-11-23T05:38:52Z</dcterms:created>
  <dcterms:modified xsi:type="dcterms:W3CDTF">2025-12-17T08:42:43Z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